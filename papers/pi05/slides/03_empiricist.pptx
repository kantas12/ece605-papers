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11+3. H1–H3/H5; π₀ vs π₀.₅; HL on/off; H∈{8,16,32,50}; budget notes.</a:t>
            </a:r>
          </a:p>
          <a:p/>
          <a:p>
            <a:r>
              <a:t>Minimal matrix: {pi0|pi05} × {HL on|off} × {scene ID|OOD} on public OpenPI/BEHAVIOR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quote success only with (policy, HL, mix, scene, H, Hz, NFE, ms, 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H1–H3/H5.</a:t>
            </a:r>
          </a:p>
          <a:p>
            <a:r>
              <a:t>H1: π₀.₅ &gt; π₀ under matched FT on multi-stage/lang.</a:t>
            </a:r>
          </a:p>
          <a:p>
            <a:r>
              <a:t>H2: HL on &gt; flat on long chains.</a:t>
            </a:r>
          </a:p>
          <a:p>
            <a:r>
              <a:t>H3: WD→OOD lang; robot diversity→OOD scenes.</a:t>
            </a:r>
          </a:p>
          <a:p>
            <a:r>
              <a:t>H5: mid horizon ~32 often beats raw H=50 open-loop.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 MATRIX — P0/P1/P2/Defer.</a:t>
            </a:r>
          </a:p>
          <a:p>
            <a:r>
              <a:t>P0: π₀ vs π₀.₅; HL on/off; held-out scene.</a:t>
            </a:r>
          </a:p>
          <a:p>
            <a:r>
              <a:t>P1: co-train ablate; location scaling; H sweep.</a:t>
            </a:r>
          </a:p>
          <a:p>
            <a:r>
              <a:t>Defer: full private MM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eval 12–24 GB; short FT 24–48 GB. Env outlines in /workspace/pi05-quiet/env_outline/.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vs π₀.₅ — what the P0 comparison isolates.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LOOP KNOPS — H, Hz, NFE, HL. Paper vs Comet priors.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— know what you are ablating (FAST phase vs FM head). Never run “FAST replaced FM” as a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FIG.12 — paper comparative claim to reproduce directionally on public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FIG.13 — HL on/off moral. Implicit HL strong; full HL best; no VI hurts.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— location scaling. More scenes at fixed samples → better OOD under co-train.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MIXTURE — what WD/ME/CE/VI flags mean in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matrix + budget-honest logging.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page 11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xperime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0_vs_p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l_fm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fast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m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