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ARCHAEOLOGIST — 11+3. Lineage + what’s new.</a:t>
            </a:r>
          </a:p>
          <a:p/>
          <a:p>
            <a:r>
              <a:t>Timeline: RT/OpenVLA/Octo/OXE → π₀ → FAST → π₀.₅ → KI → RTC → Hi Robot.</a:t>
            </a:r>
          </a:p>
          <a:p>
            <a:r>
              <a:t>BEHAVIOR-1K → ’25 → ’26.</a:t>
            </a:r>
          </a:p>
          <a:p>
            <a:r>
              <a:t>What’s new: mixture, unified HL/LL, VI, home-scale eval.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SPINE — place π₀.₅ in the club genealogy correctly (FM retained).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LINEAGE TIMELINE — MUST-HIT.</a:t>
            </a:r>
          </a:p>
          <a:p>
            <a:r>
              <a:t>RT-1/2, OpenVLA, Octo, OXE → π₀ (FM) → FAST → π₀.₅ (open-world+hybrid+HL) → KI → RTC → Hi Robot.</a:t>
            </a:r>
          </a:p>
          <a:p>
            <a:r>
              <a:t>Challenge: BEHAVIOR-1K → ’25 Pi0.5 winner → ’26 π0.5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WHAT’S NEW vs REUSED.</a:t>
            </a:r>
          </a:p>
          <a:p>
            <a:r>
              <a:t>Reused: PaliGemma init, action expert, FM chunks, OXE padding.</a:t>
            </a:r>
          </a:p>
          <a:p>
            <a:r>
              <a:t>New: mixture curriculum, unified HL/LL, FAST→FM specialization, VI, home-scale eval.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π₀ vs π₀.₅ — the pivot this paper locks.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MYTH TABLE — archaeological correction: blogs mis-periodize FAST vs FM.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HYBRID RECIPE — the technical hinge between FAST paper and π₀.₅ system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DATA MIXTURE archaeology — CapsFusion/COCO/Cambrian/PixMo/VQAv2 + VI language teleop.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 MAP — challenge archaeology endpoint.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FIG.3 — visual primary source for hybrid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FIG.1 — heterogeneous sources diagram as intellectual-history artifact.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FIG.4 — pre/post data categories.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— what’s new: mixture · unified HL/LL · VI · home-scale eval.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— cover.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itle_archaeolog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oneli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line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whats_n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pi0_vs_pi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myth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hybrid_fast_f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data_mix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behavior_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lose_archaeolog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