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OPENING — 18+3. Open-world KPI + OpenPI/BEHAVIOR’26.</a:t>
            </a:r>
          </a:p>
          <a:p/>
          <a:p>
            <a:r>
              <a:t>Decision frame: treat π₀.₅ as the baseline VLA stack for 2026 household-sim and real-home generalization.</a:t>
            </a:r>
          </a:p>
          <a:p>
            <a:r>
              <a:t>Ignore FAST-replaced-FM myths when budgeting control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same club line. Open-world + hybrid FAST→FM retained. Not a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SHIFT — old = skill in one kitchen; new = generalization across homes.</a:t>
            </a:r>
          </a:p>
          <a:p>
            <a:r>
              <a:t>~400h MM in ~100 homes leveraged by other robots + web + language coaching.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OPENPI + BEHAVIOR’26 + ’25 proof — three pillars.</a:t>
            </a:r>
          </a:p>
          <a:p>
            <a:r>
              <a:t>pi05_base / pi05_libero / pi05_droid = default FT start.</a:t>
            </a:r>
          </a:p>
          <a:p>
            <a:r>
              <a:t>BEHAVIOR’26 official baselines: π0.5 + GR00T N1.7.</a:t>
            </a:r>
          </a:p>
          <a:p>
            <a:r>
              <a:t>’25 RLC winner q≈0.260 on Pi0.5 validates 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TABLE — stakeholders must not fund “FAST-only replace FM” roadmaps.</a:t>
            </a:r>
          </a:p>
          <a:p>
            <a:r>
              <a:t>FM fine-tunes + optional RTC is the correct budget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DECISION — Fund / Ignore / Defer table.</a:t>
            </a:r>
          </a:p>
          <a:p>
            <a:r>
              <a:t>Fund FM FT, RTC, HL/VI. Ignore FAST-replaced myths. Defer private 280k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MIXTURE — MM ME CE HL WD VI.</a:t>
            </a:r>
          </a:p>
          <a:p>
            <a:r>
              <a:t>97.6% phase-1 non-MM: co-training is the leverage story for medium MM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RECIPE — what you are buying when you adopt pi05_*.</a:t>
            </a:r>
          </a:p>
          <a:p>
            <a:r>
              <a:t>FAST pretrain for scale; FM retained for smooth long-horizon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LOOP — semantic outer, FM inner. 18–19 DoF PD @ 50 Hz. No traj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MAP — timeline and scale for challenge stakeholders.</a:t>
            </a:r>
          </a:p>
          <a:p>
            <a:r>
              <a:t>Submit 10/16/2026. Start from baseline, not greenfield.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 2 DELTAS — proposal framing for nearby deadline.</a:t>
            </a:r>
          </a:p>
          <a:p>
            <a:r>
              <a:t>π0.5-baseline + Keep FM / hierarchy / RTC / VI / co-train.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product vision: out-of-the-box new homes.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— hardware: 4 cams, 18–19 DoF, dual mobile manipulators.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FIG.7 — real-home results. Existence proof for open-world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 stakeholders budget: hard handles, occlusion, HL distraction loops,</a:t>
            </a:r>
          </a:p>
          <a:p>
            <a:r>
              <a:t>simple prompts, modest memory, private data. Still fund FM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vs π₀.₅ — why upgrade the reference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KPI = new homes. OpenPI pi05_* + BEHAVIOR’26 baseline.</a:t>
            </a:r>
          </a:p>
          <a:p>
            <a:r>
              <a:t>’25 winner validates. Ignore FAST-replaced-FM myths.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cover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m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fast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l_fm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ehavio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ct2_de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pps_ca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0_vs_p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