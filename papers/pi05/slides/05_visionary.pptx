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OPENING — seat 1 = Kanta (YOU). Timing 11+3. DENSEST DECK. BUILD FIRST.</a:t>
            </a:r>
          </a:p>
          <a:p/>
          <a:p>
            <a:r>
              <a:t>You own strategy: 2026 BEHAVIOR map + Oct 2 proposal deltas.</a:t>
            </a:r>
          </a:p>
          <a:p/>
          <a:p>
            <a:r>
              <a:t>ONE SENTENCE for the room:</a:t>
            </a:r>
          </a:p>
          <a:p>
            <a:r>
              <a:t>π₀.₅ shows open-world household VLA is a co-training + hierarchy problem — FAST pretrain, FM retained — and it is already the 2026 BEHAVIOR baseline substrate.</a:t>
            </a:r>
          </a:p>
          <a:p/>
          <a:p>
            <a:r>
              <a:t>MUST SAY:</a:t>
            </a:r>
          </a:p>
          <a:p>
            <a:r>
              <a:t>• FAST replaced FM = MYTH. Hybrid: FAST discrete pretrain → FM continuous post-train / infer.</a:t>
            </a:r>
          </a:p>
          <a:p>
            <a:r>
              <a:t>• Hierarchical: semantic subtask → FM chunk (~50-step/~1s @ 50 Hz). NOT a classical planner.</a:t>
            </a:r>
          </a:p>
          <a:p>
            <a:r>
              <a:t>• Oct 2 = π0.5-baseline + targeted deltas, not greenfield.</a:t>
            </a:r>
          </a:p>
          <a:p>
            <a:r>
              <a:t>• Skip Discord/Drive.</a:t>
            </a:r>
          </a:p>
          <a:p/>
          <a:p>
            <a:r>
              <a:t>Nearby deadline: Oct 2 summary proposal.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CLUB SPINE — deliver early.</a:t>
            </a:r>
          </a:p>
          <a:p/>
          <a:p>
            <a:r>
              <a:t>Open-world + hybrid FAST discrete pretrain → FM retained for continuous control.</a:t>
            </a:r>
          </a:p>
          <a:p>
            <a:r>
              <a:t>Semantic subtask → ~50-step/~1s FM chunk @ 50 Hz. NOT a classical planner.</a:t>
            </a:r>
          </a:p>
          <a:p>
            <a:r>
              <a:t>RTC companion for async soft-inpaint (2506.07339).</a:t>
            </a:r>
          </a:p>
          <a:p/>
          <a:p>
            <a:r>
              <a:t>Hand Empiricist: H · Hz · NFE · HL on/off · mix flags.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FM vs FAST FLAG TABLE — SAY ALOUD. Densest correction slide.</a:t>
            </a:r>
          </a:p>
          <a:p/>
          <a:p>
            <a:r>
              <a:t>| Claim | Verdict |</a:t>
            </a:r>
          </a:p>
          <a:p>
            <a:r>
              <a:t>| FAST replaced FM | MYTH |</a:t>
            </a:r>
          </a:p>
          <a:p>
            <a:r>
              <a:t>| FAST pretrain + FM post-train | TRUE |</a:t>
            </a:r>
          </a:p>
          <a:p>
            <a:r>
              <a:t>| FM head retained at infer | TRUE |</a:t>
            </a:r>
          </a:p>
          <a:p>
            <a:r>
              <a:t>| OpenPI FM API for π₀.₅ | CLEAR |</a:t>
            </a:r>
          </a:p>
          <a:p>
            <a:r>
              <a:t>| FAST is the deployed LL controller | FALSE |</a:t>
            </a:r>
          </a:p>
          <a:p/>
          <a:p>
            <a:r>
              <a:t>Spend 60–90s. This prevents the room from cargo-culting discrete-only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HYBRID FAST→FM DIAGRAM — paper Fig.3 spirit.</a:t>
            </a:r>
          </a:p>
          <a:p/>
          <a:p>
            <a:r>
              <a:t>① Pre-train 280k: discrete next-token (text, boxes, FAST); α=0.</a:t>
            </a:r>
          </a:p>
          <a:p>
            <a:r>
              <a:t>② Post-train 80k: joint NTP + FM α=10; action expert ~300M; Ada-RMSNorm on τ.</a:t>
            </a:r>
          </a:p>
          <a:p>
            <a:r>
              <a:t>Inference: AR subtask then 10 FM steps → PD @ 50 Hz.</a:t>
            </a:r>
          </a:p>
          <a:p/>
          <a:p>
            <a:r>
              <a:t>KI (2505.23705) formalizes stop-grad FAST+FM; OpenPI ships FM head for π₀.₅.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HL→FM CONTROL LOOP — hierarchical, not planner.</a:t>
            </a:r>
          </a:p>
          <a:p/>
          <a:p>
            <a:r>
              <a:t>ℓ ("clean the kitchen") → π(ℓ̂|o,ℓ) AR subtask → π(a|o,ℓ̂) 10-step FM → PD @ 50 Hz.</a:t>
            </a:r>
          </a:p>
          <a:p>
            <a:r>
              <a:t>Replan: new HL (lower freq) and/or new LL chunk.</a:t>
            </a:r>
          </a:p>
          <a:p/>
          <a:p>
            <a:r>
              <a:t>Control knobs: paper H=50 @ 50 Hz vs Comet H≈32 @ 30 Hz receding — year-updated priors.</a:t>
            </a:r>
          </a:p>
          <a:p>
            <a:r>
              <a:t>RTC = async soft-inpaint when inference delay bites.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 BEHAVIOR MAP — CLEAR. Highest-value Visionary slide.</a:t>
            </a:r>
          </a:p>
          <a:p/>
          <a:p>
            <a:r>
              <a:t>Baselines: π0.5 + GR00T N1.7.</a:t>
            </a:r>
          </a:p>
          <a:p>
            <a:r>
              <a:t>Scale: 100 tasks / 7 scenes / 20k demos (~1950 h).</a:t>
            </a:r>
          </a:p>
          <a:p>
            <a:r>
              <a:t>Timeline: launch ~07/02 → submit 10/16 → winners ~11/04/2026.</a:t>
            </a:r>
          </a:p>
          <a:p>
            <a:r>
              <a:t>’25 winner on Pi0.5 ~26% q (correlated FM noise, System-2 stages, multi-sample FM, compression)</a:t>
            </a:r>
          </a:p>
          <a:p>
            <a:r>
              <a:t>→ preview of ’26 bottlenecks: grasps, non-Markov stages, recovery.</a:t>
            </a:r>
          </a:p>
          <a:p/>
          <a:p>
            <a:r>
              <a:t>Spend 90–120s. This is your payoff for Oct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OCT 2 PROPOSAL FRAMING — π0.5-baseline + targeted deltas, NOT greenfield.</a:t>
            </a:r>
          </a:p>
          <a:p/>
          <a:p>
            <a:r>
              <a:t>High-leverage deltas 1–5:</a:t>
            </a:r>
          </a:p>
          <a:p>
            <a:r>
              <a:t>1 Keep FM; FAST/KI for reps/language — never replace FM with FAST</a:t>
            </a:r>
          </a:p>
          <a:p>
            <a:r>
              <a:t>2 Hierarchy / stage tracking (paper HL + ’25 System-2)</a:t>
            </a:r>
          </a:p>
          <a:p>
            <a:r>
              <a:t>3 RTC for delayed control loops</a:t>
            </a:r>
          </a:p>
          <a:p>
            <a:r>
              <a:t>4 Recovery / VI-style intervention data</a:t>
            </a:r>
          </a:p>
          <a:p>
            <a:r>
              <a:t>5 Cross-embodiment + web/HL co-training when scene diversity limited</a:t>
            </a:r>
          </a:p>
          <a:p/>
          <a:p>
            <a:r>
              <a:t>Mirrors winning’25 pattern and challenge starter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APPS + CAUTION.</a:t>
            </a:r>
          </a:p>
          <a:p/>
          <a:p>
            <a:r>
              <a:t>Apps: new-home cleaning, language tidying, coachable robots (VI), OpenPI FT on DROID/LIBERO/custom.</a:t>
            </a:r>
          </a:p>
          <a:p>
            <a:r>
              <a:t>Caution: real-home success ≠ solved BEHAVIOR (BDDL, depth, 100-task multitask).</a:t>
            </a:r>
          </a:p>
          <a:p>
            <a:r>
              <a:t>Still clearest shared substrate linking PI open-world, OpenPI, and 2026 baseline.</a:t>
            </a:r>
          </a:p>
          <a:p/>
          <a:p>
            <a:r>
              <a:t>One-slide message: co-training + hierarchy, not pure scaling. Skip Discord/Drive.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π₀ vs π₀.₅ — what changed for strategy.</a:t>
            </a:r>
          </a:p>
          <a:p/>
          <a:p>
            <a:r>
              <a:t>π₀: always FM; no FAST pre-phase; no unified HL.</a:t>
            </a:r>
          </a:p>
          <a:p>
            <a:r>
              <a:t>π₀.₅: FAST→FM hybrid; unified HL/LL; open-world new homes; mixture MM/ME/CE/HL/WD/VI.</a:t>
            </a:r>
          </a:p>
          <a:p/>
          <a:p>
            <a:r>
              <a:t>Novelty = recipe + hierarchy + eval — not new FM math. Keep FM.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FIG.3 — two-stage visual proof of hybrid claim.</a:t>
            </a:r>
          </a:p>
          <a:p>
            <a:r>
              <a:t>Point: left = FAST discrete pretrain; right = FM action expert at post-train/infer.</a:t>
            </a:r>
          </a:p>
          <a:p>
            <a:r>
              <a:t>Same model does HL subtask then LL continuous chunk.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FIG.1 — heterogeneous knowledge sources → deploy out-of-the-box in new homes.</a:t>
            </a:r>
          </a:p>
          <a:p>
            <a:r>
              <a:t>10–15 min multi-stage behaviors claimed. This is the open-world vision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FIG.7 — real-home quantitative progress. Unseen kitchens/bedrooms.</a:t>
            </a:r>
          </a:p>
          <a:p>
            <a:r>
              <a:t>Use as existence proof that open-world KPI is measurable, then bridge to sim BEHAVIOR’26.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LINEAGE BRIDGE — hand to Archaeologist if present; else 30s yourself.</a:t>
            </a:r>
          </a:p>
          <a:p>
            <a:r>
              <a:t>RT/OpenVLA/Octo → π₀ → FAST → π₀.₅ → KI → RTC → Hi Robot.</a:t>
            </a:r>
          </a:p>
          <a:p>
            <a:r>
              <a:t>BEHAVIOR-1K → ’25 (Pi0.5 winner) → ’26 (π0.5 baseline).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seat 1 = Kanta.</a:t>
            </a:r>
          </a:p>
          <a:p/>
          <a:p>
            <a:r>
              <a:t>π0.5-baseline + targeted deltas — not greenfield.</a:t>
            </a:r>
          </a:p>
          <a:p>
            <a:r>
              <a:t>Keep FM · hierarchy/stages · RTC · recovery/VI · cross-emb+co-train.</a:t>
            </a:r>
          </a:p>
          <a:p>
            <a:r>
              <a:t>Skip Discord/Drive.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— full page 4 model overview if someone challenges hybrid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visio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nel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myth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ybrid_fast_f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l_fm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behavior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ct2_del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pps_ca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i0_vs_pi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visio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04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