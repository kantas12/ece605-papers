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SCIENTIFIC REVIEWER — 8+3. Strengths + caveats + hybrid citation hygiene.</a:t>
            </a:r>
          </a:p>
          <a:p/>
          <a:p>
            <a:r>
              <a:t>Verdict direction: credible open-world VLA advance; cite FAST→FM accurately.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SPINE reminder — hybrid FAST pretrain, FM retained. Not classical planner.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STRENGTHS — unseen protocol, ablations, scaling, Fig.3 hybrid clarity, OpenPI bridge.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CAVEATS — figure-only bars; private MM; abbreviated scaling; human-HL surprise;</a:t>
            </a:r>
          </a:p>
          <a:p>
            <a:r>
              <a:t>KI clearer in follow-up; MUST cite hybrid accurately.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MYTH TABLE — citation hygiene slide. Peer-review failure mode = mis-citing FAST vs FM.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HYBRID DIAGRAM — what accurate citation looks like.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FIG.12 — vs π₀ / π₀-FAST+Flow under matched robot data. Core comparative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FIG.13 — HL ablations. Note: model beats human HL oracle on average — surprising; discuss carefully.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VERDICT — Credible advance. Hybrid FAST→FM scientifically central. Novelty = recipe + hierarchy + eval.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— cite hybrid accurately; private-data limits honest.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— Fig.3 page full.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revie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1/11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oneli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2/11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reviewer_strengt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3/11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reviewer_cave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4/11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myth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5/11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hybrid_fast_f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6/11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7/11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8/11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reviewer_verd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9/11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e_revie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10/11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ge_04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11/11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