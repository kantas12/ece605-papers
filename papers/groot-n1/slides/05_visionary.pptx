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OPENING — HIGH PRIORITY for BEHAVIOR’26. Timing 11+3. DENSEST DECK. Built first.</a:t>
            </a:r>
          </a:p>
          <a:p/>
          <a:p>
            <a:r>
              <a:t>All seats empty this session — still deliver full strategy notes.</a:t>
            </a:r>
          </a:p>
          <a:p/>
          <a:p>
            <a:r>
              <a:t>ONE SENTENCE for the room:</a:t>
            </a:r>
          </a:p>
          <a:p>
            <a:r>
              <a:t>GR00T N1 established the open dual-system humanoid VLA; for 2026 BEHAVIOR, treat N1.7 as the NVIDIA-side official start parallel to π₀.₅.</a:t>
            </a:r>
          </a:p>
          <a:p/>
          <a:p>
            <a:r>
              <a:t>MUST HIT all 6 pack bullets (agenda next). Skip Discord/Drive.</a:t>
            </a:r>
          </a:p>
          <a:p/>
          <a:p>
            <a:r>
              <a:t>Spine reminder: Eagle-2 System 2 (~10 Hz) + FM DiT System 1 (120 Hz) via cross-attn. H=16, K=4. N1 ≠ N1.7. NOT a classical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PACK BULLETS — densest agenda. Hit EVERY item verbally.</a:t>
            </a:r>
          </a:p>
          <a:p/>
          <a:p>
            <a:r>
              <a:t>1. N1.7 is official substrate — dual-track vs π₀.₅ from day one</a:t>
            </a:r>
          </a:p>
          <a:p>
            <a:r>
              <a:t>2. Explicit System-2 interface → hierarchy/safety hooks vs fused π expert</a:t>
            </a:r>
          </a:p>
          <a:p>
            <a:r>
              <a:t>3. Port neural pyramid ideas + RTC/correlated-noise hybrids from π forks</a:t>
            </a:r>
          </a:p>
          <a:p>
            <a:r>
              <a:t>4. Version discipline: paper H=16 vs N1.7 H≤40 — don’t mix APIs</a:t>
            </a:r>
          </a:p>
          <a:p>
            <a:r>
              <a:t>5. Try both starters; report NFE/horizon; with/without System-2 mid-layer</a:t>
            </a:r>
          </a:p>
          <a:p>
            <a:r>
              <a:t>6. Durable idea: modular VL↔motor + open humanoid data pyramid — not a bigger PaliGemma clone</a:t>
            </a:r>
          </a:p>
          <a:p/>
          <a:p>
            <a:r>
              <a:t>Spend ~90s walking the six; details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BULLET 1 — N1.7 OFFICIAL SUBSTRATE.</a:t>
            </a:r>
          </a:p>
          <a:p/>
          <a:p>
            <a:r>
              <a:t>Organizers ship finetune+serve+eval for GR00T N1.7-3B on R1 Pro parallel to π₀.₅.</a:t>
            </a:r>
          </a:p>
          <a:p>
            <a:r>
              <a:t>Visionary default: dual-track every serious entry; pick by held-out scene ablations, not brand loyalty.</a:t>
            </a:r>
          </a:p>
          <a:p/>
          <a:p>
            <a:r>
              <a:t>Challenge recipe freezes vision+LLM, tunes projector+action head. Accept Cosmos-Reason2 HF gate.</a:t>
            </a:r>
          </a:p>
          <a:p/>
          <a:p>
            <a:r>
              <a:t>Do NOT treat N1 paper numbers as N1.7 challenge forecasts.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 vs π₀/π₀.₅ CONTRAST TABLE — required densest comparison.</a:t>
            </a:r>
          </a:p>
          <a:p/>
          <a:p>
            <a:r>
              <a:t>Coupling: Separate DiT cross-attn vs action-expert shared self-attn.</a:t>
            </a:r>
          </a:p>
          <a:p>
            <a:r>
              <a:t>VLM: Eagle-2 vs PaliGemma. Chunk: H=16/K=4 vs H=50/~10 Euler.</a:t>
            </a:r>
          </a:p>
          <a:p>
            <a:r>
              <a:t>I/O: per-emb MLPs vs pad/mask. Successor: N1.7 vs π₀.₅+RTC.</a:t>
            </a:r>
          </a:p>
          <a:p/>
          <a:p>
            <a:r>
              <a:t>FLAG: same CFM chunk family; different reasoning↔motor handoff and data-pyramid bets.</a:t>
            </a:r>
          </a:p>
          <a:p>
            <a:r>
              <a:t>BEHAVIOR’26 ships BOTH — dual-track ablations are first-class.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BULLET 2 — EXPLICIT SYSTEM-2 INTERFACE.</a:t>
            </a:r>
          </a:p>
          <a:p/>
          <a:p>
            <a:r>
              <a:t>GR00T’s mid-layer cross-attn handoff is a natural place for stage memory, safety filters, or tool-use gating.</a:t>
            </a:r>
          </a:p>
          <a:p>
            <a:r>
              <a:t>π₀.₅’s fused expert is denser/faster to train but harder to instrument.</a:t>
            </a:r>
          </a:p>
          <a:p/>
          <a:p>
            <a:r>
              <a:t>BEHAVIOR’26’s 100 full-length tasks will punish flat short-horizon policies — expect winners to add hierarchy / progress estimators on top of whichever FM head wins the motor layer.</a:t>
            </a:r>
          </a:p>
          <a:p/>
          <a:p>
            <a:r>
              <a:t>Point at: System 2 (~10 Hz) → cross-attn → System 1 (120 Hz). NOT classical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BULLET 3 — PORT NEURAL PYRAMID + RTC HYBRIDS.</a:t>
            </a:r>
          </a:p>
          <a:p/>
          <a:p>
            <a:r>
              <a:t>N1’s edge narrative is heterogeneous pretrain (human + neural + sim + real). For BEHAVIOR, demo scale + synthetic augmentation matter as much as DiT vs MoE.</a:t>
            </a:r>
          </a:p>
          <a:p/>
          <a:p>
            <a:r>
              <a:t>π-side 2025 answers: correlated FM noise, multi-sample FM, soft inpainting (RTC / RLC).</a:t>
            </a:r>
          </a:p>
          <a:p>
            <a:r>
              <a:t>High-EV hybrid: GR00T DiT + π-style async chunk execution (RTC).</a:t>
            </a:r>
          </a:p>
          <a:p/>
          <a:p>
            <a:r>
              <a:t>Point at pyramid apex = real; base = web/human via LAPA.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BULLET 4 — VERSION DISCIPLINE CARD.</a:t>
            </a:r>
          </a:p>
          <a:p/>
          <a:p>
            <a:r>
              <a:t>Paper N1: H=16, Eagle-2, 2.2B. N1.7: H≤40, Cosmos-Reason2, ~3B, new package.</a:t>
            </a:r>
          </a:p>
          <a:p>
            <a:r>
              <a:t>Challenge codepaths must match served horizon to trained horizon.</a:t>
            </a:r>
          </a:p>
          <a:p>
            <a:r>
              <a:t>Do not evaluate N1.6 BEHAVIOR1k numbers as N1.7 forecasts.</a:t>
            </a:r>
          </a:p>
          <a:p/>
          <a:p>
            <a:r>
              <a:t>Stakeholder alignment: prefer nvidia/GR00T-N1.7-3B for product/challenge; N1-2B for paper replication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BULLETS 5–6 + BETS — what to try; durable idea.</a:t>
            </a:r>
          </a:p>
          <a:p/>
          <a:p>
            <a:r>
              <a:t>Try both official starters on hard BEHAVIOR tasks.</a:t>
            </a:r>
          </a:p>
          <a:p>
            <a:r>
              <a:t>Report NFE/horizon; with/without System-2 mid-layer.</a:t>
            </a:r>
          </a:p>
          <a:p>
            <a:r>
              <a:t>Port 2025 π-winner noise/execution tricks onto N1.7 action head.</a:t>
            </a:r>
          </a:p>
          <a:p>
            <a:r>
              <a:t>Watch catastrophic forgetting — mix pyramid replay.</a:t>
            </a:r>
          </a:p>
          <a:p>
            <a:r>
              <a:t>Prefer organizer metric (BDDL partial credit) over paper tabletop %.</a:t>
            </a:r>
          </a:p>
          <a:p/>
          <a:p>
            <a:r>
              <a:t>DURABLE IDEA: modular VL↔motor coupling + open humanoid data pyramid — backbone will keep swapping; productize the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DURABLE IDEA slide — close the six.</a:t>
            </a:r>
          </a:p>
          <a:p/>
          <a:p>
            <a:r>
              <a:t>Modular VL↔motor + open humanoid data pyramid.</a:t>
            </a:r>
          </a:p>
          <a:p>
            <a:r>
              <a:t>Not just a bigger PaliGemma clone.</a:t>
            </a:r>
          </a:p>
          <a:p>
            <a:r>
              <a:t>Handoff inspectability · embodiment projectors · pyramid flywheel.</a:t>
            </a:r>
          </a:p>
          <a:p/>
          <a:p>
            <a:r>
              <a:t>One-slide message from DELIVERABLE §9:</a:t>
            </a:r>
          </a:p>
          <a:p>
            <a:r>
              <a:t>Win by post-train data, long-horizon structure, and eval-time control — optionally π_RL-style sim refinement — not by replaying N1’s 50k-GPU-hour pretrain.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2 — dual-system overview crop. Bibliographic visual 30–45s.</a:t>
            </a:r>
          </a:p>
          <a:p>
            <a:r>
              <a:t>Point at VLM System 2 → DiT System 1 → motor actions. Joint training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1 — data pyramid crop. Supports durable idea + bullet 3.</a:t>
            </a:r>
          </a:p>
          <a:p>
            <a:r>
              <a:t>Quantity decreases / embodiment-specificity increases toward real 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restate durable idea + dual-track + version pin.</a:t>
            </a:r>
          </a:p>
          <a:p>
            <a:r>
              <a:t>Q&amp;A prompts:</a:t>
            </a:r>
          </a:p>
          <a:p>
            <a:r>
              <a:t>• “Which baseline?” → Both; ablate on 2026 split.</a:t>
            </a:r>
          </a:p>
          <a:p>
            <a:r>
              <a:t>• “Is N1 a planner?” → No; generative CFM chunk controller with dual-system packaging.</a:t>
            </a:r>
          </a:p>
          <a:p>
            <a:r>
              <a:t>• “Can we quote Table 2 for N1.7?” → No; version discipline.</a:t>
            </a:r>
          </a:p>
          <a:p>
            <a:r>
              <a:t>No Discord/Drive asks in this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control spine / CFM equation if asked about math kinship with π₀.</a:t>
            </a:r>
          </a:p>
          <a:p>
            <a:r>
              <a:t>Same CFM; different handoff. Receding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SPARE — paper cover for bibliography / GitHub pack branding.</a:t>
            </a:r>
          </a:p>
          <a:p>
            <a:r>
              <a:t>arXiv 2503.14734 · NVIDIA · Fourier GR-1.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n1_n17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n1_vs_pi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ual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ata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ersion_discip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b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du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ontrol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