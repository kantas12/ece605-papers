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— 11+3. Feasible GPU-honest track.</a:t>
            </a:r>
          </a:p>
          <a:p>
            <a:r>
              <a:t>H1: K=4 near-optimal. K/H smoke grid. Tattoo ~45% vs DP 33.4%/BC-T 26.4%; real 76.8% vs DP 46.4%.</a:t>
            </a:r>
          </a:p>
          <a:p>
            <a:r>
              <a:t>Ruthless Defer full pretrain. Env outlines in /workspace/groot-n1-quiet/env_outline/.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NUMBERS first so the room shares anchors.</a:t>
            </a:r>
          </a:p>
          <a:p>
            <a:r>
              <a:t>Sim avg ~45% vs DP 33.4% / BC-T 26.4%. Real 76.8% vs DP 46.4%.</a:t>
            </a:r>
          </a:p>
          <a:p>
            <a:r>
              <a:t>DexMG Table 2/4 mismatch: preserve both. Never quote Partial as Table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H1–H6. Lead with H1 NFE.</a:t>
            </a:r>
          </a:p>
          <a:p>
            <a:r>
              <a:t>Falsifiers: K=1 matches K=4; N1 init never beats scratch DP @30; mid-layer strictly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K/H SMOKE GRID — P0 centerpiece.</a:t>
            </a:r>
          </a:p>
          <a:p>
            <a:r>
              <a:t>K∈{1,2,4,8} × H∈{8,16,32,40}. Paper OP = K=4,H=16.</a:t>
            </a:r>
          </a:p>
          <a:p>
            <a:r>
              <a:t>N1.7 may allow H≤40 — label separately. Log ms/chunk + VRAM.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MATRIX — P0 Y dry infer + NFE grid; P0 Partial mid-layer; P1 Partial adapter FT; Defer N full pretrain/WAN/real/N1.7-from-scratch.</a:t>
            </a:r>
          </a:p>
          <a:p>
            <a:r>
              <a:t>Ruthless smoke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DUAL-SYSTEM implement-facing — mid-layer 12, per-emb MLPs, K=4, 63.9 ms.</a:t>
            </a:r>
          </a:p>
          <a:p>
            <a:r>
              <a:t>Cache VL tokens across denoise when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SPINE / CFM — same math as π₀; need adapter wiring.</a:t>
            </a:r>
          </a:p>
          <a:p>
            <a:r>
              <a:t>Receding horizon; don’t cargo-cult 120 Hz without measuring commit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DISCIPLINE — do not equate N1 smokes with N1.7 BEHAVIOR baseline numbers.</a:t>
            </a:r>
          </a:p>
          <a:p>
            <a:r>
              <a:t>Prefer released N1.7 for challenge track; N1-2B for paper replication.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9 neural ablation — only claim if true I2V+IDM; else mark proxy.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tables crop — what full reproduction would look like; we are not claiming it from Partial.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 vs π — Empiricist should not expect OpenPI scripts to drop-in without adapter wiring.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Smoke first; Defer 50k H100-h; H1 K=4; report NFE/H; Partial ≠ Table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data pyramid if asked what full pretrain mixture looked like (Defer to re-run).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SPARE — sim task gallery Fig.7 for task selection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empiricist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kh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empiricist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ual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ontrol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ersion_discip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9_neural_ab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n1_vs_pi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ata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7_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