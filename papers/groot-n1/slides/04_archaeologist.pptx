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— 11+3. Seat empty; still own intellectual history.</a:t>
            </a:r>
          </a:p>
          <a:p>
            <a:r>
              <a:t>Genealogy MUST: SigLIP-2+SmolLM2 → Eagle-2 → N1 → N1.6 → N1.7 → BEHAVIOR’26 ‖ π₀.₅.</a:t>
            </a:r>
          </a:p>
          <a:p>
            <a:r>
              <a:t>CLEAR vs TENTATIVE labels. Contrast π₀ (cite+contrast). NOT classical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CLUB ONE-LINER / SPINE early.</a:t>
            </a:r>
          </a:p>
          <a:p>
            <a:r>
              <a:t>Dual-system cross-attn FM; N1≠N1.7; path to BEHAVIOR’26 dual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 TABLE CLEAR — densest citation slide. Speak FOILS + ANCESTRY.</a:t>
            </a:r>
          </a:p>
          <a:p>
            <a:r>
              <a:t>SigLIP-2/SmolLM2/Eagle-2 · Lipman FM · π₀ cite+contrast · DP/ACT · DiT/Flamingo/VIMA · LAPA/IDM/DexMG · OXE/Octo.</a:t>
            </a:r>
          </a:p>
          <a:p>
            <a:r>
              <a:t>π₀ MoE is the FOIL N1 explicitly contrasts.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PIVOT — humanoid-first open FM-VLA; dual-system cross-attn DiT; data pyramid; per-emb MLPs.</a:t>
            </a:r>
          </a:p>
          <a:p>
            <a:r>
              <a:t>Before/after for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MUST — THE payoff slide.</a:t>
            </a:r>
          </a:p>
          <a:p>
            <a:r>
              <a:t>SigLIP-2+SmolLM2 → Eagle-2 → N1 → N1.6 → N1.7 → BEHAVIOR’26 ‖ π₀.₅.</a:t>
            </a:r>
          </a:p>
          <a:p>
            <a:r>
              <a:t>Spend 90–120s. TENTATIVE: N1.5 internals without primary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 DETAIL — N1→Isaac→N1.6→N1.7→’26 with parallel π track.</a:t>
            </a:r>
          </a:p>
          <a:p>
            <a:r>
              <a:t>Version discipline callout on same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redraw — dual-system + cross-attn. Contrast MoE.</a:t>
            </a:r>
          </a:p>
          <a:p>
            <a:r>
              <a:t>Middle-layer 12; H=16; K=4.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 vs π₀ TABLE — coupling foil is the session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PYRAMID as methodological contribution, not just “more data.”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SPINE — CFM kinship with π; chunk habit from DP/ACT; not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2 — bibliographic visual of dual-system overview.</a:t>
            </a:r>
          </a:p>
          <a:p>
            <a:r>
              <a:t>Point at Eagle-2 System 2 → DiT System 1 → motor actions.</a:t>
            </a:r>
          </a:p>
          <a:p>
            <a:r>
              <a:t>30–45s; supports the pivot packaging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restate genealogy one-liner + pivot + CLEAR/TENTATIVE hygiene.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version discipline card if asked N1 vs N1.7 vs N1.6 numbers.</a:t>
            </a:r>
          </a:p>
          <a:p>
            <a:r>
              <a:t>CLEAR: do not conflate paper tables with challenge baseline forecasts.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SPARE — paper cover / latent actions Fig.4 if asked about LAPA cross-emb.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rior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iv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n1_n17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ual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n1_vs_pi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ata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ontrol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ersion_discip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_la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