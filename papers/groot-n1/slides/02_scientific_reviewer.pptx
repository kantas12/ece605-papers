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Dual-system thesis + Table mismatch + verdict as architectural foil to π MoE.</a:t>
            </a:r>
          </a:p>
          <a:p>
            <a:r>
              <a:t>Be crisp. Preserve BOTH DexMG numbers (66.5 Table 2 / 58.5 Table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UNDER REVIEW.</a:t>
            </a:r>
          </a:p>
          <a:p>
            <a:r>
              <a:t>Dual-system VLA (Eagle-2 S2 + FM DiT S1), pretrained on heterogeneous data pyramid, yields generalist humanoid policy beating strong IL baselines with high data efficiency.</a:t>
            </a:r>
          </a:p>
          <a:p>
            <a:r>
              <a:t>Falsifiable architectural claim vs π MoE.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systems thesis; data methodology; broad eval; honest forgetting; open formats.</a:t>
            </a:r>
          </a:p>
          <a:p>
            <a:r>
              <a:t>Speak 60–75s.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 — Table 2/4 DexMG mismatch (MUST preserve both); IL not VLA baselines; small-n; confounded ablations; short-horizon rhetoric; neural preliminary.</a:t>
            </a:r>
          </a:p>
          <a:p>
            <a:r>
              <a:t>Do NOT silently “fix” DexMG.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/ EVIDENCE — sim 45 vs 33.4/26.4; real 76.8 vs 46.4; DexMG note on card.</a:t>
            </a:r>
          </a:p>
          <a:p>
            <a:r>
              <a:t>Core DP/BC wins look real; VLA-SOTA needs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FOIL — N1 vs π₀ table.</a:t>
            </a:r>
          </a:p>
          <a:p>
            <a:r>
              <a:t>Modular cross-attn DiT vs fused MoE. Same CFM family.</a:t>
            </a:r>
          </a:p>
          <a:p>
            <a:r>
              <a:t>This is why the paper matters beyond another humanoid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slide — Strong systems paper; architectural foil to π MoE coupling.</a:t>
            </a:r>
          </a:p>
          <a:p>
            <a:r>
              <a:t>Preserve both DexMG numbers. Do not fix the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results page crop — glance at tables; Empiricist owns re-run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11 forgetting — honest negative result. Cite as limitation, not cute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— restate verdict + DexMG discipline + foil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version discipline if someone asks N1 vs N1.7 relevance for 2026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ua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1_vs_pi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1_fo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sion_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