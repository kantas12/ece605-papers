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18+3. Seat empty; still ship durable briefing.</a:t>
            </a:r>
          </a:p>
          <a:p>
            <a:r>
              <a:t>You own: why GR00T N1→N1.7 is the open humanoid VLA product path.</a:t>
            </a:r>
          </a:p>
          <a:p>
            <a:r>
              <a:t>Prefer finetune nvidia/GR00T-N1.7-3B. Risks: N1≠N1.7 API.</a:t>
            </a:r>
          </a:p>
          <a:p>
            <a:r>
              <a:t>No Stakeholder redo later — this deck is the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for leadership.</a:t>
            </a:r>
          </a:p>
          <a:p>
            <a:r>
              <a:t>Open dual-system humanoid VLA → Apache N1.7 + BEHAVIOR’26 parity with π₀.₅.</a:t>
            </a:r>
          </a:p>
          <a:p>
            <a:r>
              <a:t>Buy/build: start from released N1.7, do not re-pretrain Eagle-2.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CARDS — product path, challenge parity, buy/build, data story, bring-up, ops class.</a:t>
            </a:r>
          </a:p>
          <a:p>
            <a:r>
              <a:t>Lead with: Prefer nvidia/GR00T-N1.7-3B.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PATH TIMELINE — N1 → Isaac → N1.6 → N1.7 → BEHAVIOR’26.</a:t>
            </a:r>
          </a:p>
          <a:p>
            <a:r>
              <a:t>CLEAR: N1.7 is official co-baseline with π₀.₅.</a:t>
            </a:r>
          </a:p>
          <a:p>
            <a:r>
              <a:t>Pin versions in every vendor/partner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DISCIPLINE — N1 ≠ N1.7.</a:t>
            </a:r>
          </a:p>
          <a:p>
            <a:r>
              <a:t>APIs/horizons/backbones differ. Prefer N1.7 for product; N1-2B for paper replication only.</a:t>
            </a:r>
          </a:p>
          <a:p>
            <a:r>
              <a:t>Match served horizon to trained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DUAL-SYSTEM for non-specialists.</a:t>
            </a:r>
          </a:p>
          <a:p>
            <a:r>
              <a:t>System 2 reasons (~10 Hz); System 1 acts (120 Hz) via cross-attn.</a:t>
            </a:r>
          </a:p>
          <a:p>
            <a:r>
              <a:t>NOT a classical planner — generative chunk controller.</a:t>
            </a:r>
          </a:p>
          <a:p>
            <a:r>
              <a:t>2.2B params; 63.9 ms/chunk on L40.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VS π₀/π₀.₅ — why both exist on the challenge.</a:t>
            </a:r>
          </a:p>
          <a:p>
            <a:r>
              <a:t>Modular cross-attn DiT vs fused MoE expert. Same CFM family.</a:t>
            </a:r>
          </a:p>
          <a:p>
            <a:r>
              <a:t>Dual-track is a feature for BEHAVIOR’26, not indecision.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PYRAMID — teleop cost story.</a:t>
            </a:r>
          </a:p>
          <a:p>
            <a:r>
              <a:t>Human/web base → synthetic mid → real peak.</a:t>
            </a:r>
          </a:p>
          <a:p>
            <a:r>
              <a:t>Neural 88h→827h; DexMimicGen 780k traj in 11h wall-clock claim.</a:t>
            </a:r>
          </a:p>
          <a:p>
            <a:r>
              <a:t>Stakeholder value: synthetic+neural to cut teleop.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for leadership memory.</a:t>
            </a:r>
          </a:p>
          <a:p>
            <a:r>
              <a:t>Sim ~45% vs DP 33.4% / BC-T 26.4%. Real 76.8% vs DP 46.4%.</a:t>
            </a:r>
          </a:p>
          <a:p>
            <a:r>
              <a:t>Low-data: N1@10% ≈ DP@full. Pretrain cost ~50k H100-h (not student).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— N1≠N1.7 API; short-horizon DNA; forgetting; Isaac GPU; compute politics; synthetic physics.</a:t>
            </a:r>
          </a:p>
          <a:p>
            <a:r>
              <a:t>Spend time here; leadership underprices API break and forgetting.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METRICS — paper suites, challenge ≥π₀.₅ starter, stable serve, data-efficient FT, version pin.</a:t>
            </a:r>
          </a:p>
          <a:p>
            <a:r>
              <a:t>Organizer metric &gt; paper tabletop % for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system overview for stakeholders who want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7 — sim task gallery (RoboCasa / DexMG / GR-1). Scope honesty: tabletop short-horizon.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real GR-1 gallery — deployment proof points for leadership.</a:t>
            </a:r>
          </a:p>
          <a:p>
            <a:r>
              <a:t>Language-conditioned bimanual tabletop; strong low-data story (@10% ≈ DP full).</a:t>
            </a:r>
          </a:p>
          <a:p>
            <a:r>
              <a:t>Protocol honesty: n≈10 trials (Pack Machinery n=5).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SPINE spare — CFM cousin; receding exec; not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Prefer N1.7 · pin versions · dual-track BEHAVIOR’26.</a:t>
            </a:r>
          </a:p>
          <a:p>
            <a:r>
              <a:t>Do not treat paper N1 APIs as N1.7. No Stakeholder redo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paper cover / title block for bibliography and GitHub pack branding.</a:t>
            </a:r>
          </a:p>
          <a:p>
            <a:r>
              <a:t>arXiv 2503.14734 · NVIDIA · Fourier GR-1 deploy story.</a:t>
            </a:r>
          </a:p>
          <a:p>
            <a:r>
              <a:t>Use if someone asks “which paper / which release”.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SPARE — neural trajectories Fig.5 if asked about synthetic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n17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sion_disc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ua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vs_pi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ata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8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_ne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