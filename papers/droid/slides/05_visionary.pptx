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1/16</a:t>
            </a:r>
          </a:p>
          <a:p/>
          <a:p>
            <a:r>
              <a:t>Title. NO Discord/Drive. Steal protocol + π models; don't ship 2024 ResNet DP. OXE=who DROID=where BEHAVIOR=progress.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2/16</a:t>
            </a:r>
          </a:p>
          <a:p/>
          <a:p>
            <a:r>
              <a:t>Talk arc overview.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3/16</a:t>
            </a:r>
          </a:p>
          <a:p/>
          <a:p>
            <a:r>
              <a:t>BEHAVIOR needs: new houses/layouts/long horizons/distractors; fixed embodiment; anti-bias collect.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4/16</a:t>
            </a:r>
          </a:p>
          <a:p/>
          <a:p>
            <a:r>
              <a:t>Narrative: OXE=who · DROID=where · BEHAVIOR=long-horizon household progress.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5/16</a:t>
            </a:r>
          </a:p>
          <a:p/>
          <a:p>
            <a:r>
              <a:t>Steal 1: scene-churn protocol knobs (time-cap, random GUI, augs, fails, shared stack, diversity card).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6/16</a:t>
            </a:r>
          </a:p>
          <a:p/>
          <a:p>
            <a:r>
              <a:t>Steal 2: Fig10 matched-N discipline before claiming need more hours.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7/16</a:t>
            </a:r>
          </a:p>
          <a:p/>
          <a:p>
            <a:r>
              <a:t>Steal 3: map GUI→BDDL random, relocation, distractor jitter, stage detectors, paraphrase column, ablation card.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8/16</a:t>
            </a:r>
          </a:p>
          <a:p/>
          <a:p>
            <a:r>
              <a:t>Motion: 16/8 literacy; upgrade to π₀.₅/N1.7; ablate horizons; FORBID shipping paper ResNet DP as 2026 entry.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9/16</a:t>
            </a:r>
          </a:p>
          <a:p/>
          <a:p>
            <a:r>
              <a:t>Cook Lentils lesson: stage completion under OOD; pair diverse prior with modern chunk head.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10/16</a:t>
            </a:r>
          </a:p>
          <a:p/>
          <a:p>
            <a:r>
              <a:t>Follow-ups: 0-demo ZS, fusion, when tail hurts, wrist/App.G, action-rep×fit, BEHAVIOR diversity card.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11/16</a:t>
            </a:r>
          </a:p>
          <a:p/>
          <a:p>
            <a:r>
              <a:t>New apps: household prior, campus ZS rooms, 3D calib, data-quality tooling, education, challenge ops.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12/16</a:t>
            </a:r>
          </a:p>
          <a:p/>
          <a:p>
            <a:r>
              <a:t>Anti-patterns→fixes. Explicitly no Discord/Drive checklist as plan.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13/16</a:t>
            </a:r>
          </a:p>
          <a:p/>
          <a:p>
            <a:r>
              <a:t>Fig8 reminder after Fig10 for causality talks. +22/+17 existence proof; caveat 40k≠76k.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14/16</a:t>
            </a:r>
          </a:p>
          <a:p/>
          <a:p>
            <a:r>
              <a:t>Exam bite: steal protocol + ablation discipline; steal π models — not 2024 ResNet DP.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15/16</a:t>
            </a:r>
          </a:p>
          <a:p/>
          <a:p>
            <a:r>
              <a:t>Tattoo.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16+3 · 16/16</a:t>
            </a:r>
          </a:p>
          <a:p/>
          <a:p>
            <a:r>
              <a:t>Close four takeaways + exam bite. NO Discord/Drive content in deck.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3_n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4_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5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6_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7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8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9_c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0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1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2_anti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3_fi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4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5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6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