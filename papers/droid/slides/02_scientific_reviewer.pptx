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Scientific Reviewer · 12+3 · 1/12</a:t>
            </a:r>
          </a:p>
          <a:p/>
          <a:p>
            <a:r>
              <a:t>Title. Weight 2 substantial. Accept landmark + punish generalist overclaim. Fig10 before Fig8.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Scientific Reviewer · 12+3 · 2/12</a:t>
            </a:r>
          </a:p>
          <a:p/>
          <a:p>
            <a:r>
              <a:t>Claim under review: in-the-wild Franka teleop with scene diversity improves DP success/OOD vs ID-only and OXE co-train.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Scientific Reviewer · 12+3 · 3/12</a:t>
            </a:r>
          </a:p>
          <a:p/>
          <a:p>
            <a:r>
              <a:t>Strengths: Table I scenes, operationalized diversity, protocol transparency, Fig10 highlight, multi-env eval, honest non-goal, App.G calib.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Scientific Reviewer · 12+3 · 4/12</a:t>
            </a:r>
          </a:p>
          <a:p/>
          <a:p>
            <a:r>
              <a:t>Fig10 FIRST: matched 7362, diverse&gt;top-20, OOD 0.40→0.60. Best causal-ish evidence. Still demand verb/object hist match.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Scientific Reviewer · 12+3 · 5/12</a:t>
            </a:r>
          </a:p>
          <a:p/>
          <a:p>
            <a:r>
              <a:t>Fig8 with caveats: +22/+17 but 10 rollouts/cell, 40k≠76k, OXE soup not 1.4M, embodiment confound.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Scientific Reviewer · 12+3 · 6/12</a:t>
            </a:r>
          </a:p>
          <a:p/>
          <a:p>
            <a:r>
              <a:t>Weaknesses 1: rollouts/CIs, 40k≠76k manifests, OXE soup, no 0-demo ZS, wrist under-ablated, DP-only head.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Scientific Reviewer · 12+3 · 7/12</a:t>
            </a:r>
          </a:p>
          <a:p/>
          <a:p>
            <a:r>
              <a:t>Weaknesses 2: Franka-only OXE slice demand, Fig10 residual confound, GPT-4V audit, lang IAA, no hierarchical baseline, labor ethics.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Scientific Reviewer · 12+3 · 8/12</a:t>
            </a:r>
          </a:p>
          <a:p/>
          <a:p>
            <a:r>
              <a:t>OpenVLA drop = interaction effect (capacity×action-rep), not refutation. Wipe FT @15Hz still wins.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Scientific Reviewer · 12+3 · 9/12</a:t>
            </a:r>
          </a:p>
          <a:p/>
          <a:p>
            <a:r>
              <a:t>VERDICT: Accept landmark dataset. Punish generalist marketing. Specialists + tiny ID demos.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Scientific Reviewer · 12+3 · 10/12</a:t>
            </a:r>
          </a:p>
          <a:p/>
          <a:p>
            <a:r>
              <a:t>Exam bite: Fig10 before Fig8; 40k vs 76k; Fig6 only for loci; accept + punish.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Scientific Reviewer · 12+3 · 11/12</a:t>
            </a:r>
          </a:p>
          <a:p/>
          <a:p>
            <a:r>
              <a:t>Tattoo numbers shared.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Scientific Reviewer · 12+3 · 12/12</a:t>
            </a:r>
          </a:p>
          <a:p/>
          <a:p>
            <a:r>
              <a:t>Close takeaways + exam bite.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v_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v_02_cla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v_03_streng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v_04_fig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v_05_fig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v_06_weak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v_07_weak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v_08_openv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v_09_verd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v_10_ex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v_11_tatt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v_12_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