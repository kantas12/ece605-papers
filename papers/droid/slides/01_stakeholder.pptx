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1/18</a:t>
            </a:r>
          </a:p>
          <a:p/>
          <a:p>
            <a:r>
              <a:t>Title. Product one-liner: open Franka in-the-wild flywheel 76k/350h/564. Weight 5 longest. Midterm Nov 6 nearby.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2/18</a:t>
            </a:r>
          </a:p>
          <a:p/>
          <a:p>
            <a:r>
              <a:t>Talk arc: flywheel → OXE contrast → who pays/moats → decision tree → motion/long-horizon → Fig10 then Fig8 → risks → exam → tattoo.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3/18</a:t>
            </a:r>
          </a:p>
          <a:p/>
          <a:p>
            <a:r>
              <a:t>Flywheel numbers: 76k traj, 350h, 564 scenes, 52 buildings, 86 verbs, 50 collectors, 13 labs, 18 robots. ~16k fails excluded from 76k.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4/18</a:t>
            </a:r>
          </a:p>
          <a:p/>
          <a:p>
            <a:r>
              <a:t>OXE = many robots; DROID = same Franka many scenes. Moral: OXE breadth ≠ authentic scene entropy on eval embodiment.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5/18</a:t>
            </a:r>
          </a:p>
          <a:p/>
          <a:p>
            <a:r>
              <a:t>Who pays: Franka labs (50-150 demos), foundation teams (shard+canary), BEHAVIOR (protocol). Non-consumers: no Franka/ZED, need bimanual/mobile.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6/18</a:t>
            </a:r>
          </a:p>
          <a:p/>
          <a:p>
            <a:r>
              <a:t>Moats: 564/52 vs BridgeV2 24; App.G 36k/24k; +22/+17; Fig10 7362; π₀ 9.1%; protocol knobs.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7/18</a:t>
            </a:r>
          </a:p>
          <a:p/>
          <a:p>
            <a:r>
              <a:t>Decision tree Nov4→Nov6: (1) Franka week demos (2) VLA mix kill-switch (3) BEHAVIOR protocol copy (4) budget truth 13×12×50.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8/18</a:t>
            </a:r>
          </a:p>
          <a:p/>
          <a:p>
            <a:r>
              <a:t>Protocol &gt; vibes: move robot ≤20min, GUI random tasks, augs, multi-instruction, success flags, shared stack.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9/18</a:t>
            </a:r>
          </a:p>
          <a:p/>
          <a:p>
            <a:r>
              <a:t>MOTION FLAG: chunked reactive DP obs2/pred16/action8 @15Hz. commit≈0.53s. NOT classical planner. ResNet+DistilBERT pre-VLA.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10/18</a:t>
            </a:r>
          </a:p>
          <a:p/>
          <a:p>
            <a:r>
              <a:t>Cook Lentils / Clean Desk long-horizon stress. Fig9: DROID finishes stages; OXE/None fail after 1-2. Gains=diverse co-train+chunked BC.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11/18</a:t>
            </a:r>
          </a:p>
          <a:p/>
          <a:p>
            <a:r>
              <a:t>FIG10 FIRST for causality: matched 7362 diverse &gt; top-20 scenes OOD 0.60 vs 0.40. Diversity not just hours.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12/18</a:t>
            </a:r>
          </a:p>
          <a:p/>
          <a:p>
            <a:r>
              <a:t>FIG8 aggregate: +22% ID / +17% OOD. Caveat ~40k co-train ≠ 76k. OXE=Octo soup−Lang Table. 10 rollouts/cell.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13/18</a:t>
            </a:r>
          </a:p>
          <a:p/>
          <a:p>
            <a:r>
              <a:t>Fig6 interaction loci: wider 3D first-grasp workspace. Cite for coverage not main SR.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14/18</a:t>
            </a:r>
          </a:p>
          <a:p/>
          <a:p>
            <a:r>
              <a:t>Risks: Franka lock-in; pre-VLA stack; OpenVLA drop≠bad data; long-horizon ceiling; wrist underused; privacy/lang audit.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15/18</a:t>
            </a:r>
          </a:p>
          <a:p/>
          <a:p>
            <a:r>
              <a:t>BEHAVIOR steal protocol not river. Don't ship 2024 ResNet DP as 2026 entry. Race π₀.₅/N1.7.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16/18</a:t>
            </a:r>
          </a:p>
          <a:p/>
          <a:p>
            <a:r>
              <a:t>EXAM BITE: same-robot many-real-scenes + protocol beats shallower OXE for Franka (+22/+17); later models depend on and sometimes drop DROID.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17/18</a:t>
            </a:r>
          </a:p>
          <a:p/>
          <a:p>
            <a:r>
              <a:t>Tattoo card: 76k/350h/564/52/86/50/13/18/+22/+17/7362/2-16-8/~40k≠76k.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18+3 · 18/18</a:t>
            </a:r>
          </a:p>
          <a:p/>
          <a:p>
            <a:r>
              <a:t>Close: four takeaways + exam bite. Q&amp;A.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3_fly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4_oxe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5_who_p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6_mo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7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8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9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0_long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1_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2_fi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3_fi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4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5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6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7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8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