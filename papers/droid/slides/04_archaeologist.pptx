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1/14</a:t>
            </a:r>
          </a:p>
          <a:p/>
          <a:p>
            <a:r>
              <a:t>Title. Lineage Bridge→DROID→OXE→OpenVLA drop→π→BEHAVIOR. Intellectual move: flip many-embodiments to many scenes.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2/14</a:t>
            </a:r>
          </a:p>
          <a:p/>
          <a:p>
            <a:r>
              <a:t>Big-picture lineage diagram. DROID 2024 highlighted as same Franka many buildings protocolized diversity.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3/14</a:t>
            </a:r>
          </a:p>
          <a:p/>
          <a:p>
            <a:r>
              <a:t>Before: BridgeV2≈24 scenes, RH20T/RoboSet lab-scale, RT-1 ~2 scenes. Gap=public Franka + hundreds of buildings + protocol.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4/14</a:t>
            </a:r>
          </a:p>
          <a:p/>
          <a:p>
            <a:r>
              <a:t>Intellectual move: OXE=who; DROID=where. Protocol made claim falsifiable (Fig10).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5/14</a:t>
            </a:r>
          </a:p>
          <a:p/>
          <a:p>
            <a:r>
              <a:t>DROID moment numbers tattoo: 564/52, 86/50, 13/18, 15Hz, 2-16-8, +22/+17. Methodology is the product.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6/14</a:t>
            </a:r>
          </a:p>
          <a:p/>
          <a:p>
            <a:r>
              <a:t>Into OXE as slice. Agg scenes~311 still &lt; DROID solo 564. Protocol knobs may dilute in soup.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7/14</a:t>
            </a:r>
          </a:p>
          <a:p/>
          <a:p>
            <a:r>
              <a:t>Octo: curated OXE diffusion GRP. Paper OXE arm ≈ Octo-split moral (Lang Table dropped).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8/14</a:t>
            </a:r>
          </a:p>
          <a:p/>
          <a:p>
            <a:r>
              <a:t>OpenVLA DROP mid-train at ~10% DROID — action-token underfit. Wipe FT still wins. − lesson: diverse≠easy under AR tokens.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9/14</a:t>
            </a:r>
          </a:p>
          <a:p/>
          <a:p>
            <a:r>
              <a:t>π reunion: open mix 9.1% includes DROID; FAST ZS campus; pi05_droid ≈75k lang eps v1.0.1.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10/14</a:t>
            </a:r>
          </a:p>
          <a:p/>
          <a:p>
            <a:r>
              <a:t>BEHAVIOR’25–’26: steal protocol + ablation discipline; race on π₀.₅/N1.7.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11/14</a:t>
            </a:r>
          </a:p>
          <a:p/>
          <a:p>
            <a:r>
              <a:t>What later learned +/- / systems.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12/14</a:t>
            </a:r>
          </a:p>
          <a:p/>
          <a:p>
            <a:r>
              <a:t>Exam bite: in-the-wild Franka ancestor; cite co-train gains AND drop/underfit sequel.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13/14</a:t>
            </a:r>
          </a:p>
          <a:p/>
          <a:p>
            <a:r>
              <a:t>Tattoo.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14+3 · 14/14</a:t>
            </a:r>
          </a:p>
          <a:p/>
          <a:p>
            <a:r>
              <a:t>Close takeaways.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2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3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4_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5_mo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6_ox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7_o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8_openv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9_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0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1_lea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2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4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