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Empiricist · 14+3 · 1/14</a:t>
            </a:r>
          </a:p>
          <a:p/>
          <a:p>
            <a:r>
              <a:t>Title. Mix cards + scene-N + chunk smoke + GPU honesty. Success=directional SR not household parity.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Empiricist · 14+3 · 2/14</a:t>
            </a:r>
          </a:p>
          <a:p/>
          <a:p>
            <a:r>
              <a:t>Hypotheses: H-droid-lift, H-scene&gt;volume, H-vs-oxe, H-chunk-horizon, H-fail/lang/protocol.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Empiricist · 14+3 · 3/14</a:t>
            </a:r>
          </a:p>
          <a:p/>
          <a:p>
            <a:r>
              <a:t>Minimal matrix: mix{none,droid_diverse_N,droid_top_scenes_N,oxe_subset} × init{scratch_DP,octo,openvla-lora} × tiny FT.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Empiricist · 14+3 · 4/14</a:t>
            </a:r>
          </a:p>
          <a:p/>
          <a:p>
            <a:r>
              <a:t>P0: schema smoke, mix card, matched-N. P1: horizon, cross-head. Defer: full 76k, household parity, 0-demo ZS.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Empiricist · 14+3 · 5/14</a:t>
            </a:r>
          </a:p>
          <a:p/>
          <a:p>
            <a:r>
              <a:t>Horizon sweep pred∈{8,16,32}×exec∈{4,8}. Paper default 16/8 commit≈0.53s. Log commit_s next to SR.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Empiricist · 14+3 · 6/14</a:t>
            </a:r>
          </a:p>
          <a:p/>
          <a:p>
            <a:r>
              <a:t>Cook Lentils / Clean Desk as multi-stage proxy. Metric=stages completed. Directional only.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Empiricist · 14+3 · 7/14</a:t>
            </a:r>
          </a:p>
          <a:p/>
          <a:p>
            <a:r>
              <a:t>Fig10 P0 smoke: diverse_N &gt; top_scenes_N. Log scene cardinality + mix hash. GPU 10-30h scout.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Empiricist · 14+3 · 8/14</a:t>
            </a:r>
          </a:p>
          <a:p/>
          <a:p>
            <a:r>
              <a:t>Fig8 P0 smoke: DROID-subset &gt; none on one OOD proxy. Not +22/+17 across 6 tasks. Pin 40k≠76k.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Empiricist · 14+3 · 9/14</a:t>
            </a:r>
          </a:p>
          <a:p/>
          <a:p>
            <a:r>
              <a:t>GPU/disk honesty: full corpus TB-class = N. Prefer HF resized mirrors. Fail job if no GPU when requested.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Empiricist · 14+3 · 10/14</a:t>
            </a:r>
          </a:p>
          <a:p/>
          <a:p>
            <a:r>
              <a:t>Success bar table: feasible vs not required. Pass=mix cards + ≥1 directional H. Fail=claim Fig8 household without robots.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Empiricist · 14+3 · 11/14</a:t>
            </a:r>
          </a:p>
          <a:p/>
          <a:p>
            <a:r>
              <a:t>env_outline/ scripts: outlines only, not sbatch'd from quiet box.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Empiricist · 14+3 · 12/14</a:t>
            </a:r>
          </a:p>
          <a:p/>
          <a:p>
            <a:r>
              <a:t>Protocol ablations to log when claiming H-protocol: time-cap, GUI random, jitter, fails, lang multi, wrist.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Empiricist · 14+3 · 13/14</a:t>
            </a:r>
          </a:p>
          <a:p/>
          <a:p>
            <a:r>
              <a:t>Tattoo card.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Empiricist · 14+3 · 14/14</a:t>
            </a:r>
          </a:p>
          <a:p/>
          <a:p>
            <a:r>
              <a:t>Close: P0 first; horizon+commit_s; directional only; TB=N.</a:t>
            </a:r>
          </a:p>
          <a:p/>
          <a:p>
            <a:r>
              <a:t>Tattoo: 76k / 350h / 564 scenes / 86 tasks / 52 buildings / +22% ID / +17% OOD / obs2-pred16-action8 @15Hz / ~40k co-train ≠ 76k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m_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m_02_hypothe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m_03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m_04_gpu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m_05_horiz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m_06_longhoriz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m_07_fig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m_08_fig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m_09_hones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m_10_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m_11_en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m_12_protoc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m_13_tatt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m_14_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