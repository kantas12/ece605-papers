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 OXE → soups → BEHAVIOR.</a:t>
            </a:r>
          </a:p>
          <a:p/>
          <a:p>
            <a:r>
              <a:t>Genealogy MUST:</a:t>
            </a:r>
          </a:p>
          <a:p>
            <a:r>
              <a:t>RoboNet/lab demos/QT-Opt/Bridge/RT-1 → OXE+RT-X → Octo/OpenVLA soups → π₀/OpenPI/π₀.₅/GR00T → BEHAVIOR’25–’26.</a:t>
            </a:r>
          </a:p>
          <a:p/>
          <a:p>
            <a:r>
              <a:t>OXE replaced single-lab pretrain assumption; did NOT replace need for post-train demos, wrist/proprio, continuous chunks, challenge sim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genealogy first, then replaced / not replaced, then soups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THE MUST FIGURE. Spend ~3 minutes walking the arrows.</a:t>
            </a:r>
          </a:p>
          <a:p>
            <a:r>
              <a:t>Children: Octo curated OXE; OpenVLA Magic Soup++; π₀ open fraction 9.1%; FAST fixes AR bins; BEHAVIOR needs OXE-scale thinking not raw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≠ MIX historically — dataset grew after reported runs; experimental mix froze at 9. Later soups are curated subsets, not the 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as historical compromise — coarse 7-DoF EE, no frame alignment, no gap module. Good enough to show transfer; later packs fixed action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FIG.1 — the teaser that defined the commons 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FIG.2 — diversity axes that later mix science had to rebalance (pick-place overweight).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FIG.3 — RT-X as the first existence-proof policies on the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HEADLINES as historical claims — +50%, underfit, emergent 3×, Bridge load-bearing — each became a recipe ingredient for soups.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ABLATION — the mix-science ancestor of Octo 25 vs 11 vs 1 and OpenVLA DROID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ANTI-PATTERNS history — how later papers cooked the soup. Archaeologist frames Visionary’s table as historical patches.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METAPHOR in lineage language — municipal water → bottled blend. OXE is the gravity well; BEHAVIOR grades the finetune.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OXE replaced single-lab prior; did not replace post-train / wrist / chunks / sim align. Lineage into BEHAVIOR’25–’26.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ol_vs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ead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ridg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nti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d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