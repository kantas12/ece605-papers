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11+3. Mix-cardinality smoke. GPU honesty.</a:t>
            </a:r>
          </a:p>
          <a:p/>
          <a:p>
            <a:r>
              <a:t>P0 Y: RLDS shard inventory/loader smoke; mix-cardinality (Bridge-only vs +2 vs +5) on open policy FT</a:t>
            </a:r>
          </a:p>
          <a:p>
            <a:r>
              <a:t>P0 Partial: Leave-Bridge-out (Table II moral)</a:t>
            </a:r>
          </a:p>
          <a:p>
            <a:r>
              <a:t>P1: small-domain lift; capacity×mix; embodiment LOO; same mix → Octo/OpenVLA/π₀</a:t>
            </a:r>
          </a:p>
          <a:p>
            <a:r>
              <a:t>Defer: Full RT-1-X / RT-2-X retrain; TB-class full OXE mirror</a:t>
            </a:r>
          </a:p>
          <a:p/>
          <a:p>
            <a:r>
              <a:t>Separate pool vs RT-X mix vs Octo 800k vs OpenVLA 970k.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— tattoos → P0 matrix → leave-Bridge → underfit → defer.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TATTOOS — memorize before any smoke run.</a:t>
            </a:r>
          </a:p>
          <a:p>
            <a:r>
              <a:t>22/60/1M+ · 9 manipulators · +50% · 73 vs 92 · 27.3→75.8 · no-Bridge 42.8 · 3600/6 · Octo 800k / OpenVLA 970k.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MATRIX — default Empiricist surface.</a:t>
            </a:r>
          </a:p>
          <a:p>
            <a:r>
              <a:t>Smoke success = working subset loader + ≥2 mix cards with directional SR/MSE + GPU/disk logs.</a:t>
            </a:r>
          </a:p>
          <a:p>
            <a:r>
              <a:t>NOT multi-lab RT-X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— falsifiable. State H-mix-lift / H-bridge-load / H-underfit as primary.</a:t>
            </a:r>
          </a:p>
          <a:p>
            <a:r>
              <a:t>Falsifiers: mix≈scratch; leave-Bridge≈full; small never underfits; untagged≈tagged; random k = curated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 ≠ MIX — log which one you actually downloaded.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hygiene — always log (embodiment_id, control_mode, action_dim, cam_keys, lang_frac) + mix card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lift — directional target for small-domain proxy; do NOT claim +50% from Partial single-domain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ABLATION — Partial leave-Bridge-out moral; exact 75.8→42.8 not required on Google Robot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CAPACITY × MIX underfit probe — small vs base open ckpt on same heavy 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 II — reference for ablation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 I — underfit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P0 smoke + mix-cardinality; never full RT-X retrain; log mix card + GPU next to every 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tatto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ool_vs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g4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ridg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apacit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