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— seat 1 = Kanta Saito (YOU) · HIGH PRIORITY · timing 11+3.</a:t>
            </a:r>
          </a:p>
          <a:p/>
          <a:p>
            <a:r>
              <a:t>ONE SENTENCE for the room:</a:t>
            </a:r>
          </a:p>
          <a:p>
            <a:r>
              <a:t>OXE = municipal water for generalist robot policies; BEHAVIOR’26 = bottled specialty blend — steal mix science, don’t drink the river.</a:t>
            </a:r>
          </a:p>
          <a:p/>
          <a:p>
            <a:r>
              <a:t>MUST DELIVER:</a:t>
            </a:r>
          </a:p>
          <a:p>
            <a:r>
              <a:t>• Steal list 1–5 (width, schema, lang column, transfer ablations, capacity×mix)</a:t>
            </a:r>
          </a:p>
          <a:p>
            <a:r>
              <a:t>• Anti-patterns → fixes table (THE densest figure)</a:t>
            </a:r>
          </a:p>
          <a:p>
            <a:r>
              <a:t>• Concrete 4-stage recipe (Prior / Mid-sim / Post-gold / Holdout)</a:t>
            </a:r>
          </a:p>
          <a:p>
            <a:r>
              <a:t>• Red lines: no uniform raw OXE dump; no “bins enough for 2026”; no “OXE alone = BEHAVIOR plan”</a:t>
            </a:r>
          </a:p>
          <a:p>
            <a:r>
              <a:t>• Metaphor: municipal water vs bottled blend</a:t>
            </a:r>
          </a:p>
          <a:p/>
          <a:p>
            <a:r>
              <a:t>GitHub title: [ECE 605] - Open X-Embodiment Making Visionary</a:t>
            </a:r>
          </a:p>
          <a:p>
            <a:r>
              <a:t>NO Discord / 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ARC — 11 minutes. Densest deck; do not skip anti-patterns or recipe.</a:t>
            </a:r>
          </a:p>
          <a:p/>
          <a:p>
            <a:r>
              <a:t>1) Metaphor + spine ~90s</a:t>
            </a:r>
          </a:p>
          <a:p>
            <a:r>
              <a:t>2) Steal 1–5 ~2.5 min</a:t>
            </a:r>
          </a:p>
          <a:p>
            <a:r>
              <a:t>3) Anti-patterns→fixes THE table ~2.5 min</a:t>
            </a:r>
          </a:p>
          <a:p>
            <a:r>
              <a:t>4) 4-stage recipe ~2.5 min</a:t>
            </a:r>
          </a:p>
          <a:p>
            <a:r>
              <a:t>5) Red lines + checklist + close ~2 min</a:t>
            </a:r>
          </a:p>
          <a:p>
            <a:r>
              <a:t>6) Q&amp;A 3 min</a:t>
            </a:r>
          </a:p>
          <a:p/>
          <a:p>
            <a:r>
              <a:t>Spine: pool ≠ train mix; capacity×mix; steal mix science, don’t drink the river.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VISIONARY MAP — one-liner + Steal / Fix / Ship.</a:t>
            </a:r>
          </a:p>
          <a:p/>
          <a:p>
            <a:r>
              <a:t>Say: “You do not drink raw river water; you also do not pretend a municipal plant alone wins a sommelier contest.”</a:t>
            </a:r>
          </a:p>
          <a:p/>
          <a:p>
            <a:r>
              <a:t>OXE proved agglomeration works. Octo/OpenVLA/π₀ proved you still have to cook the soup.</a:t>
            </a:r>
          </a:p>
          <a:p>
            <a:r>
              <a:t>Ship on π₀.₅ / N1.7 substrates with stage-rich, wrist-rich, schema-clean challenge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POOL ≠ TRAIN MIX — CLEAR table. Cite correctly.</a:t>
            </a:r>
          </a:p>
          <a:p/>
          <a:p>
            <a:r>
              <a:t>POOL: 60 datasets / 22 embodiments / 1M+ traj / RLDS</a:t>
            </a:r>
          </a:p>
          <a:p>
            <a:r>
              <a:t>RT-X TRAIN: 9 manipulators (≠ full 22) / 3600 trials / 6 robots</a:t>
            </a:r>
          </a:p>
          <a:p/>
          <a:p>
            <a:r>
              <a:t>Downstream: Octo ~800k curated · OpenVLA Magic Soup++ ~970k · π₀ open share ~9.1%</a:t>
            </a:r>
          </a:p>
          <a:p/>
          <a:p>
            <a:r>
              <a:t>Every claim needs a frozen mix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STEAL FROM OXE — five first-class lessons. Say each aloud.</a:t>
            </a:r>
          </a:p>
          <a:p/>
          <a:p>
            <a:r>
              <a:t>1. WIDTH — embodiment/scene/object/skill coverage as first-class (not polish one room)</a:t>
            </a:r>
          </a:p>
          <a:p>
            <a:r>
              <a:t>2. SCHEMA BEFORE SCALE — RLDS lesson; lock obs keys early (wrist, proprio, lang, subgoals)</a:t>
            </a:r>
          </a:p>
          <a:p>
            <a:r>
              <a:t>3. LANGUAGE AS MIX COLUMN — push BEHAVIOR post-train &gt;90% + paraphrases (Octo later measured ~56% lang poverty)</a:t>
            </a:r>
          </a:p>
          <a:p>
            <a:r>
              <a:t>4. TRANSFER ABLATIONS — Bridge-removal gold; publish negative transfer too</a:t>
            </a:r>
          </a:p>
          <a:p>
            <a:r>
              <a:t>5. CAPACITY × MIX — Table I: small policies underfit rich mixes; co-design both</a:t>
            </a:r>
          </a:p>
          <a:p/>
          <a:p>
            <a:r>
              <a:t>For BEHAVIOR: maximize task×object×house-region coverage, not just demo count on easiest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ANTI-PATTERNS → FIXES — THE densest talk figure. Spend ~2.5 min.</a:t>
            </a:r>
          </a:p>
          <a:p/>
          <a:p>
            <a:r>
              <a:t>| OXE-era fail | Fix | BEHAVIOR action |</a:t>
            </a:r>
          </a:p>
          <a:p>
            <a:r>
              <a:t>| Uniform everything | Weight table | Explicit mix card |</a:t>
            </a:r>
          </a:p>
          <a:p>
            <a:r>
              <a:t>| Loyalty to bad shards | Kill switch → 0 | Drop when loss stalls |</a:t>
            </a:r>
          </a:p>
          <a:p>
            <a:r>
              <a:t>| Wrist poverty | Hard gate contact | No wrist → down-weight |</a:t>
            </a:r>
          </a:p>
          <a:p>
            <a:r>
              <a:t>| Lang poverty | Dual-condition + subgoals | Lang ≥90% post-train |</a:t>
            </a:r>
          </a:p>
          <a:p>
            <a:r>
              <a:t>| 7×256 bins only | Chunked continuous / FAST | Not naïve discrete EE |</a:t>
            </a:r>
          </a:p>
          <a:p>
            <a:r>
              <a:t>| Huge shards drown gold | Sublinear n^0.43 | Protect ~20k gold |</a:t>
            </a:r>
          </a:p>
          <a:p>
            <a:r>
              <a:t>| Pick-place monopoly | Skill-family caps | Cap family ≤~20% |</a:t>
            </a:r>
          </a:p>
          <a:p/>
          <a:p>
            <a:r>
              <a:t>Say: “These are the curation patches that turned OXE agglomeration into working soups.”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4-STAGE RECIPE — concrete, actionable.</a:t>
            </a:r>
          </a:p>
          <a:p/>
          <a:p>
            <a:r>
              <a:t>1. PRIOR: OXE-like / vendor π₀.₅/GR00T; sublinear weights; exclude bad shards</a:t>
            </a:r>
          </a:p>
          <a:p>
            <a:r>
              <a:t>2. MID-TRAIN SIM: cover all tasks; upsample long-horizon + recovery; dense lang/subtask tokens</a:t>
            </a:r>
          </a:p>
          <a:p>
            <a:r>
              <a:t>3. POST-TRAIN GOLD: highest sample weight; per-task floors; wrist-complete; BEHAVIOR tokens ≥30–50% of late training</a:t>
            </a:r>
          </a:p>
          <a:p>
            <a:r>
              <a:t>4. HOLDOUT MIX SCIENCE: ablate no-prior / no-wrist / no-paraphrase / uniform vs n^0.43 / kill switch</a:t>
            </a:r>
          </a:p>
          <a:p/>
          <a:p>
            <a:r>
              <a:t>Winning pattern historically: large diverse prior → small high-quality specialized finetune.</a:t>
            </a:r>
          </a:p>
          <a:p>
            <a:r>
              <a:t>~20k demos / ~100 tasks ≈ post-train depth, NOT a second OXE.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 LINES — say firmly.</a:t>
            </a:r>
          </a:p>
          <a:p/>
          <a:p>
            <a:r>
              <a:t>✕ No uniform raw OXE dump into BEHAVIOR FT</a:t>
            </a:r>
          </a:p>
          <a:p>
            <a:r>
              <a:t>✕ No “discrete bins enough for 2026”</a:t>
            </a:r>
          </a:p>
          <a:p>
            <a:r>
              <a:t>✕ No “OXE alone = BEHAVIOR plan”</a:t>
            </a:r>
          </a:p>
          <a:p>
            <a:r>
              <a:t>✕ No unpublished OXE hours</a:t>
            </a:r>
          </a:p>
          <a:p>
            <a:r>
              <a:t>✕ No skipping mix-card / transfer ablations</a:t>
            </a:r>
          </a:p>
          <a:p/>
          <a:p>
            <a:r>
              <a:t>Municipal water vs bottled blend — keep the metaphor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 — leave-behind for the team.</a:t>
            </a:r>
          </a:p>
          <a:p/>
          <a:p>
            <a:r>
              <a:t>Weight table · lang ≥90% · wrist gate · skill caps ≤20% · n^0.43 · kill switch · holdout ablation · sim/real columns · chunked continuous/FAST · CLEAR/TENTATIVE labels.</a:t>
            </a:r>
          </a:p>
          <a:p/>
          <a:p>
            <a:r>
              <a:t>If someone only remembers one slide from Visionary, this + steal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HEADLINES — why the science supports the recipe.</a:t>
            </a:r>
          </a:p>
          <a:p/>
          <a:p>
            <a:r>
              <a:t>Fig.4 ~+50% relative small-domain lift from co-training</a:t>
            </a:r>
          </a:p>
          <a:p>
            <a:r>
              <a:t>Table I RT-1-X 73% vs RT-1 92% — underfit on large native</a:t>
            </a:r>
          </a:p>
          <a:p>
            <a:r>
              <a:t>Table II emergent 27.3%→75.8% (~3×)</a:t>
            </a:r>
          </a:p>
          <a:p>
            <a:r>
              <a:t>no-Bridge 42.8% — composition matters</a:t>
            </a:r>
          </a:p>
          <a:p/>
          <a:p>
            <a:r>
              <a:t>Capacity×mix is not optional co-design.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ABLATION — gold-standard mix experiment to copy.</a:t>
            </a:r>
          </a:p>
          <a:p/>
          <a:p>
            <a:r>
              <a:t>Full mix emergent 75.8% → no-Bridge 42.8%.</a:t>
            </a:r>
          </a:p>
          <a:p>
            <a:r>
              <a:t>For BEHAVIOR: hold out task families; show mixing helps; publish negatives.</a:t>
            </a:r>
          </a:p>
          <a:p/>
          <a:p>
            <a:r>
              <a:t>Also: web pretrain critical; 55B≫5B; history helps small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CAPACITY × MIX — Table I moral for BEHAVIOR entry choice.</a:t>
            </a:r>
          </a:p>
          <a:p/>
          <a:p>
            <a:r>
              <a:t>If π₀.₅/GR00T-scale → can afford width (with weight table).</a:t>
            </a:r>
          </a:p>
          <a:p>
            <a:r>
              <a:t>If tiny policy → curate narrower; gate external data behind validation q-score.</a:t>
            </a:r>
          </a:p>
          <a:p>
            <a:r>
              <a:t>Empiricist underfit probe is the Visionary-compatible path under GPU honesty.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GENEALOGY — where OXE sits.</a:t>
            </a:r>
          </a:p>
          <a:p/>
          <a:p>
            <a:r>
              <a:t>RoboNet/Bridge/RT-1 → OXE+RT-X → Octo/OpenVLA soups → π₀/OpenPI/π₀.₅/GR00T → BEHAVIOR’25–’26.</a:t>
            </a:r>
          </a:p>
          <a:p/>
          <a:p>
            <a:r>
              <a:t>OXE replaced single-lab pretrain assumption.</a:t>
            </a:r>
          </a:p>
          <a:p>
            <a:r>
              <a:t>Did NOT replace need for post-train demos, wrist/proprio, continuous chunks, challenge sim alignment.</a:t>
            </a:r>
          </a:p>
          <a:p/>
          <a:p>
            <a:r>
              <a:t>BEHAVIOR’26 inherits OXE’s mix discipline more than its RT-1 discrete buckets.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FIG.4 crop — glance if challenged on +50% claim.</a:t>
            </a:r>
          </a:p>
          <a:p>
            <a:r>
              <a:t>CLEAR headline from caption; bar heights approximate from page render.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— Visionary.</a:t>
            </a:r>
          </a:p>
          <a:p/>
          <a:p>
            <a:r>
              <a:t>Steal mix science · cook a curated soup · don’t drink raw OXE as BEHAVIOR plan.</a:t>
            </a:r>
          </a:p>
          <a:p>
            <a:r>
              <a:t>Width · schema · lang column · transfer ablations · capacity×mix.</a:t>
            </a:r>
          </a:p>
          <a:p>
            <a:r>
              <a:t>4-stage: Prior → Mid-sim → Post-gold → Holdout mix science.</a:t>
            </a:r>
          </a:p>
          <a:p>
            <a:r>
              <a:t>No Discord/Drive.</a:t>
            </a:r>
          </a:p>
          <a:p/>
          <a:p>
            <a:r>
              <a:t>Q&amp;A prompts: “Would you put OXE in the prior or mid-train?” “What’s your kill-switch criterion?” “How do you protect 20k gold from n-scale shards?”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BACKUP — if projector fails or need one-slide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talk_arc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ool_vs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teal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anti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c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red_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visionary_check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head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bridge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capacity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gene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fig4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e_vision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ba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09728"/>
            <a:ext cx="11972239" cy="66385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Visionary  ·  11+3  ·  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