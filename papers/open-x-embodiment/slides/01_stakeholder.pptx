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STAKEHOLDER — 18+3. Infrastructure framing.</a:t>
            </a:r>
          </a:p>
          <a:p/>
          <a:p>
            <a:r>
              <a:t>Open shared pool enabled community generalists without each lab building PaLI-scale data.</a:t>
            </a:r>
          </a:p>
          <a:p>
            <a:r>
              <a:t>Cite as infrastructure win; treat RT-2-X as transfer existence proof not production VLA;</a:t>
            </a:r>
          </a:p>
          <a:p>
            <a:r>
              <a:t>invest in modality coverage + long-horizon, not only more pick-place hours.</a:t>
            </a:r>
          </a:p>
          <a:p/>
          <a:p>
            <a:r>
              <a:t>No Stakeholder redo later — this deck is complete.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 ARC — 18 minutes. More runway; still image-first.</a:t>
            </a:r>
          </a:p>
          <a:p/>
          <a:p>
            <a:r>
              <a:t>1) Infrastructure win ~3m</a:t>
            </a:r>
          </a:p>
          <a:p>
            <a:r>
              <a:t>2) Pool ≠ mix CLEAR numbers ~3m</a:t>
            </a:r>
          </a:p>
          <a:p>
            <a:r>
              <a:t>3) What it unlocked (lineage) ~4m</a:t>
            </a:r>
          </a:p>
          <a:p>
            <a:r>
              <a:t>4) Buy / don’t buy + strategic asks ~4m</a:t>
            </a:r>
          </a:p>
          <a:p>
            <a:r>
              <a:t>5) Headlines + capacity caveat ~3m</a:t>
            </a:r>
          </a:p>
          <a:p>
            <a:r>
              <a:t>6) Close ~1m + Q&amp;A 3m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VALUE / ASK — buy vs don’t buy + strategic asks.</a:t>
            </a:r>
          </a:p>
          <a:p/>
          <a:p>
            <a:r>
              <a:t>BUY: RLDS path, RT-1-X baseline, syllabus grounding, eval-harness mix.</a:t>
            </a:r>
          </a:p>
          <a:p>
            <a:r>
              <a:t>DON’T: 2026 SOTA household, wrist guarantees, production VLA from RT-2-X.</a:t>
            </a:r>
          </a:p>
          <a:p/>
          <a:p>
            <a:r>
              <a:t>Asks: keep OXE-derived mix in eval; RT-2-X = existence proof; invest modality + long-horizon.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POOL ≠ TRAIN MIX — the stakeholder must not blur these in external talks.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HEADLINES for exec literacy.</a:t>
            </a:r>
          </a:p>
          <a:p>
            <a:r>
              <a:t>+50% small-domain · 73 vs 92 underfit · 27.3→75.8 emergent · no-Bridge 42.8.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FIG.4 lift schematic — co-training helps small labs most. Infrastructure moral: shared pool lifts the long tail of labs.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PAPER FIG.1 teaser — the poster image of the commons.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PAPER FIG.2 — embodiment / scene / trajectory diversity. Franka scene-diverse; xArm &amp; Google traj-heavy; pick-place dominates skill mass.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SCHEMA — what “standardization” actually meant (and what it didn’t: no EE frame alignment, no gap module).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PAPER FIG.3 — RT-1-X / RT-2-X. Point once: two model families, one mix story.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CAPACITY × MIX — honest caveat for leadership: more data can HURT without capacity. RT-2-X recovers. Implication: don’t force tiny policies onto full soup.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TABLE I paper crop — 73% vs 92% visual.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BRIDGE ABLATION — mix composition is an investment decision, not just “more datasets.”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GENEALOGY — what your investment bought: the water supply for Octo/OpenVLA/π₀/BEHAVIOR data stories.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RED LINES for product narrative — don’t claim OXE alone is the 2026 household plan.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PAPER FIG.4 crop — optional glance.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— Infrastructure win; cite as commons; invest modality + long-horizon; RT-2-X = existence proof not production VLA.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BACKUP.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itle_stakehol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Stakeholder  ·  18+3  ·  1/18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talk_arc_stakehol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Stakeholder  ·  18+3  ·  2/18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stakeholder_va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Stakeholder  ·  18+3  ·  3/18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pool_vs_m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Stakeholder  ·  18+3  ·  4/18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headlin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Stakeholder  ·  18+3  ·  5/18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fig4_li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Stakeholder  ·  18+3  ·  6/18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aper_fig1_teas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Stakeholder  ·  18+3  ·  7/18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aper_fig2_sta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Stakeholder  ·  18+3  ·  8/18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schem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Stakeholder  ·  18+3  ·  9/18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aper_fig3_a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Stakeholder  ·  18+3  ·  10/18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capacity_m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Stakeholder  ·  18+3  ·  11/18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aper_table_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Stakeholder  ·  18+3  ·  12/18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bridge_ab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Stakeholder  ·  18+3  ·  13/18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genealog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Stakeholder  ·  18+3  ·  14/18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red_lin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Stakeholder  ·  18+3  ·  15/18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aper_fig4_ba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Stakeholder  ·  18+3  ·  16/18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lose_stakehol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Stakeholder  ·  18+3  ·  17/18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over_back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Stakeholder  ·  18+3  ·  18/18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