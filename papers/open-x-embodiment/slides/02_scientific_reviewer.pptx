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Tight.</a:t>
            </a:r>
          </a:p>
          <a:p/>
          <a:p>
            <a:r>
              <a:t>Holds: matched RT-1 vs RT-1-X isolates mix; capacity caveat honest; Bridge ablation.</a:t>
            </a:r>
          </a:p>
          <a:p>
            <a:r>
              <a:t>Punish: “generalist X-robot” ≠ zero-shot new hardware; 9≪22 blur; PaLM skill ontology; 55B unrepro.</a:t>
            </a:r>
          </a:p>
          <a:p>
            <a:r>
              <a:t>Verdict: landmark systems+dataset paper — not complete BEHAVIOR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8 minutes. Do not overrun.</a:t>
            </a:r>
          </a:p>
          <a:p/>
          <a:p>
            <a:r>
              <a:t>1) Steelman / holds ~90s</a:t>
            </a:r>
          </a:p>
          <a:p>
            <a:r>
              <a:t>2) Punish list ~2.5m</a:t>
            </a:r>
          </a:p>
          <a:p>
            <a:r>
              <a:t>3) Bridge + capacity evidence ~2m</a:t>
            </a:r>
          </a:p>
          <a:p>
            <a:r>
              <a:t>4) Verdict ~90s</a:t>
            </a:r>
          </a:p>
          <a:p>
            <a:r>
              <a:t>5) Q&amp;A 3m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HOLDS VS PUNISH — THE critique board.</a:t>
            </a:r>
          </a:p>
          <a:p/>
          <a:p>
            <a:r>
              <a:t>Lead with praise so critiques land. Then punish marketing blur and unreproducible 55B claims.</a:t>
            </a:r>
          </a:p>
          <a:p>
            <a:r>
              <a:t>Demand frozen mix cards for every “X-embodiment” claim.</a:t>
            </a:r>
          </a:p>
          <a:p>
            <a:r>
              <a:t>Causal identification caveat: Fig.4 confounds volume/diversity/language vs embodiment count per se — ask matched-hour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≠ MIX — punish 9≪22 blur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— capacity caveat is scientifically honest. Positive transfer is conditional.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ABLATION — strongest causal-ish evidence in the paper. Praise this; demand more negative-transfer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II crop — emergent +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I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HEADLINES with reporting discipline — pair every % with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slide.</a:t>
            </a:r>
          </a:p>
          <a:p/>
          <a:p>
            <a:r>
              <a:t>Landmark systems+dataset. Core holds. Do not inflate to solved cross-embodiment FM or complete BEHAVIOR recipe.</a:t>
            </a:r>
          </a:p>
          <a:p>
            <a:r>
              <a:t>Prefer open successors for reproducible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— new-robot generalization? matched-trajectory controls? when does adding a dataset hurt?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ol_v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apac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ridg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ad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