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open. Fig. 3: discounted return over 3M steps. Ours rises fastest. Assembly without BC smoothing does not.</a:t>
            </a:r>
          </a:p>
          <a:p>
            <a:pPr/>
            <a:r>
              <a:t>• Claims: (1) distill removes MP and state at deploy; (2) BC smoothing is necessary, especially Assembly; (3) init + expert buffer + small α vs Asym. SAC / CoL / MoPA-Asym. SAC; (4) DR zero-shot &gt;96% ASR; (5) visual policy can beat expert path quality.</a:t>
            </a:r>
          </a:p>
          <a:p>
            <a:pPr/>
            <a:r>
              <a:t>• Verdict preview: accept the mechanism. Do not accept “solved real clutter” or “ancestor of modern VLAs.”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— say this before the role-specific argument.</a:t>
            </a:r>
          </a:p>
          <a:p>
            <a:pPr/>
            <a:r>
              <a:t>• Privileged classical MP (RRT-Connect) at train inside MoPA-RL (Yamada 2020) → visual BC (smooths jitter, drops the planner) → MoPA-PD asymmetric SAC → planner-free pixels at deploy.</a:t>
            </a:r>
          </a:p>
          <a:p>
            <a:pPr/>
            <a:r>
              <a:t>• Must-cites: Push 100 / 32.0 / 110.8 (ASR/AEL/ADR). Assembly 0 without BC smoothing vs 100 with. DR ≥ 96.7 sim-to-sim; Lift Scenario 1 is the worst cell. Expert Push AEL 111 vs Ours 32.</a:t>
            </a:r>
          </a:p>
          <a:p>
            <a:pPr/>
            <a:r>
              <a:t>• NOT an ancestor of ACT, Diffusion Policy, or VLAs (π₀ / OpenVLA / OXE). CLEAR contrast poles only. NOT a JEPA / LeWM / Cosmos child.</a:t>
            </a:r>
          </a:p>
          <a:p>
            <a:pPr/>
            <a:r>
              <a:t>• Sim-only Sawyer MuJoCo, 32×32 images. Real robot is future work in the conclusion. Refuse to launder domain randomization into sim-to-real.</a:t>
            </a:r>
          </a:p>
          <a:p>
            <a:pPr/>
            <a:r>
              <a:t>• Preserve paper numbers only. Do not invent BEHAVIOR success rates or a real-robot SR.</a:t>
            </a:r>
          </a:p>
          <a:p>
            <a:pPr/>
            <a:r>
              <a:t>• Reviewer use: hold every later claim against the numbers and the non-claims. If a sentence needs a number the PDF does not contain, cut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five claims onto the evidence slides.</a:t>
            </a:r>
          </a:p>
          <a:p>
            <a:pPr/>
            <a:r>
              <a:t>• Claim 1 → Table 1: MoPA-Asym. SAC is 0 while Ours is planner-off and near 100. Actor inputs are image + joints.</a:t>
            </a:r>
          </a:p>
          <a:p>
            <a:pPr/>
            <a:r>
              <a:t>• Claim 2 → “Ours w/o BC smoothing” and Fig. 8.</a:t>
            </a:r>
          </a:p>
          <a:p>
            <a:pPr/>
            <a:r>
              <a:t>• Claim 3 → Fig. 3, Fig. 7, Figs. 5–6. CoL is Goecks et al. 2020, not a 2024 IL method.</a:t>
            </a:r>
          </a:p>
          <a:p>
            <a:pPr/>
            <a:r>
              <a:t>• Claim 4 → Table 2 only. Scope it as sim-to-sim.</a:t>
            </a:r>
          </a:p>
          <a:p>
            <a:pPr/>
            <a:r>
              <a:t>• Claim 5 → AEL/ADR. Push 111 vs 32 is the cleanest single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time here. This table is the paper.</a:t>
            </a:r>
          </a:p>
          <a:p>
            <a:pPr/>
            <a:r>
              <a:t>• MoPA-RL: 98.2/111.0/52.7 · 95.0/109.2/52.7 · 99.8/63.3/82.4.</a:t>
            </a:r>
          </a:p>
          <a:p>
            <a:pPr/>
            <a:r>
              <a:t>• BC-Visual: 99.4/118.0/46.9 · 62.0/108.8/34.6 · 97.0/115.1/50.4.</a:t>
            </a:r>
          </a:p>
          <a:p>
            <a:pPr/>
            <a:r>
              <a:t>• Asym. SAC: 0/250/0 · 0/250/0.2 · 0/250/3.4. MoPA-Asym. SAC: 0/250/0 on all three.</a:t>
            </a:r>
          </a:p>
          <a:p>
            <a:pPr/>
            <a:r>
              <a:t>• CoL: 0/250/0 · 29.8/173.3/9.7 · 0/250/0. CoL with BC smoothing: 0/250/0 · 0/250/5.1 · 0/250/0.</a:t>
            </a:r>
          </a:p>
          <a:p>
            <a:pPr/>
            <a:r>
              <a:t>• Ours w/o smoothing: 100/34.0/108.7 · 99.4/43.6/100.7 · 0/250/0.</a:t>
            </a:r>
          </a:p>
          <a:p>
            <a:pPr/>
            <a:r>
              <a:t>• Ours: 100/32.0/110.8 · 99.0/42.0/101.7 · 100/61.7/84.5.</a:t>
            </a:r>
          </a:p>
          <a:p>
            <a:pPr/>
            <a:r>
              <a:t>• All baselines under the rule use an asymmetric critic. Zeros are stark. They are not a win over 2024–26 imitation learning. CoL hyperparameters may be disadvantaged; say so, then still read the zeros.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a reviewer should concede.</a:t>
            </a:r>
          </a:p>
          <a:p>
            <a:pPr/>
            <a:r>
              <a:t>• Fig. 3: MoPA-RL for 1M, then visual methods for 2M, total 3M. Ours has the highest average discounted return.</a:t>
            </a:r>
          </a:p>
          <a:p>
            <a:pPr/>
            <a:r>
              <a:t>• ADR uses γ=0.99, so shorter success scores higher. AEL and ADR are coupled. Report both.</a:t>
            </a:r>
          </a:p>
          <a:p>
            <a:pPr/>
            <a:r>
              <a:t>• “Outperforms SOTA” is this suite and these baselines. Not ACT. Not Diffusion Policy.</a:t>
            </a:r>
          </a:p>
          <a:p>
            <a:pPr/>
            <a:r>
              <a:t>• Distinction vs Qureshi, MPNet, Strudel, Jurgenson &amp; Tamar: they distill planners into networks. MoPA-PD distills a planner-using policy into vision. Keep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Cleanest ablation. Do not bury it.</a:t>
            </a:r>
          </a:p>
          <a:p>
            <a:pPr/>
            <a:r>
              <a:t>• Single factor: Re is BC-smoothed vs raw MoPA-RL.</a:t>
            </a:r>
          </a:p>
          <a:p>
            <a:pPr/>
            <a:r>
              <a:t>• Without smoothing: Push 100/34.0/108.7; Lift 99.4/43.6/100.7; Assembly 0/250/0.</a:t>
            </a:r>
          </a:p>
          <a:p>
            <a:pPr/>
            <a:r>
              <a:t>• §4.4: higher variance, slower on two tasks, fails entirely on Assembly.</a:t>
            </a:r>
          </a:p>
          <a:p>
            <a:pPr/>
            <a:r>
              <a:t>• Fig. 8 is one rollout per task. Qualitative. The quantitative claim is Table 1 and Fig. 3.</a:t>
            </a:r>
          </a:p>
          <a:p>
            <a:pPr/>
            <a:r>
              <a:t>• A reimplementation that dumps raw RRT into the buffer is not MoPA-PD.</a:t>
            </a:r>
          </a:p>
          <a:p>
            <a:pPr/>
            <a:r>
              <a:t>• CoL with smoothing is still ~0. Smoothing is necessary inside this recipe. It is not a universal LfD 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 7, Appendix A.2. Curves, not a final-ASR table.</a:t>
            </a:r>
          </a:p>
          <a:p>
            <a:pPr/>
            <a:r>
              <a:t>• Stay close to the prose: no episode success until 1.2M without init; ≈1.0 much earlier than 1.0M with init, all three tasks.</a:t>
            </a:r>
          </a:p>
          <a:p>
            <a:pPr/>
            <a:r>
              <a:t>• Do not invent an exact first-success step beyond that prose.</a:t>
            </a:r>
          </a:p>
          <a:p>
            <a:pPr/>
            <a:r>
              <a:t>• Supports sample efficiency more than “learning vision from scratch.” The actor is visual. The value function starts privileged. §5 asks for a vision critic before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A.4. Answer to “do you need a perfect MoPA-RL?”</a:t>
            </a:r>
          </a:p>
          <a:p>
            <a:pPr/>
            <a:r>
              <a:t>• Push 0.2M: MoPA-RL 69.2/102.7/41.0; BC 93.2/137.4/37.1; Ours 100.0/34.4/108.2.</a:t>
            </a:r>
          </a:p>
          <a:p>
            <a:pPr/>
            <a:r>
              <a:t>• Push 1.0M: MoPA-RL 98.0/105.4/54.5; BC 98.8/57.4/97.2; Ours 100/32.0/110.8.</a:t>
            </a:r>
          </a:p>
          <a:p>
            <a:pPr/>
            <a:r>
              <a:t>• Lift 0.5M: MoPA-RL 41.4/153.8/21.0; BC 48/189.4/14.1; Ours 99.0/42.0/101.6.</a:t>
            </a:r>
          </a:p>
          <a:p>
            <a:pPr/>
            <a:r>
              <a:t>• Lift 0.52M: MoPA-RL 60.6, Ours 99.4. At 1.0M: MoPA-RL 95, BC 63, Ours 99.0/42.0/101.7.</a:t>
            </a:r>
          </a:p>
          <a:p>
            <a:pPr/>
            <a:r>
              <a:t>• Quote the table you are pointing at. Lift Ours ADR is 101.6 in the 0.5M cell and 101.7 in Table 1. Do not average them.</a:t>
            </a:r>
          </a:p>
          <a:p>
            <a:pPr/>
            <a:r>
              <a:t>• Low α assumes a useful prior. Table 4 softens “the teacher must be solved.” It is not an adversarial-teacher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kill the mechanism. All of them kill an overclaim.</a:t>
            </a:r>
          </a:p>
          <a:p>
            <a:pPr/>
            <a:r>
              <a:t>• MuJoCo, one arm, horizon 250, success when distance &lt; 0.05. Reward ε is 0.1 on Push and 0.3 on Assembly; do not conflate ε with the success threshold.</a:t>
            </a:r>
          </a:p>
          <a:p>
            <a:pPr/>
            <a:r>
              <a:t>• Reward scales: Push 0.8, Lift 0.5, Assembly 1.0. Lift shaping is reach / grasp / lift, SURREAL-style.</a:t>
            </a:r>
          </a:p>
          <a:p>
            <a:pPr/>
            <a:r>
              <a:t>• DR does not vary kinematic layout in a household sense. Say appearance and local clutter.</a:t>
            </a:r>
          </a:p>
          <a:p>
            <a:pPr/>
            <a:r>
              <a:t>• If the criterion is “no privilege at train,” this paper fails it on purpose. The critic is the privilege.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Secondary. Do not rebuild the talk around α.</a:t>
            </a:r>
          </a:p>
          <a:p>
            <a:pPr/>
            <a:r>
              <a:t>• Figs. 5–6 are qualitative. Do not invent ASR per α.</a:t>
            </a:r>
          </a:p>
          <a:p>
            <a:pPr/>
            <a:r>
              <a:t>• CoL partial rewards around 1.5–2M steps, slower than MoPA-PD. Still not a modern BC comparison.</a:t>
            </a:r>
          </a:p>
          <a:p>
            <a:pPr/>
            <a:r>
              <a:t>• Selected BC epochs: 12 / 13 / 24. Appendix mentions training up to 140 epochs on the Assembly MSE plot.</a:t>
            </a:r>
          </a:p>
          <a:p>
            <a:pPr/>
            <a:r>
              <a:t>• MP calls at inference are zero by architecture. The paper does not print that column. A reviewer may ask for the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grade.</a:t>
            </a:r>
          </a:p>
          <a:p>
            <a:pPr/>
            <a:r>
              <a:t>• Strong CoRL systems paper for privileged-teacher distillation in obstructed sim.</a:t>
            </a:r>
          </a:p>
          <a:p>
            <a:pPr/>
            <a:r>
              <a:t>• One-liner: mechanism and ablations are crisp; sim-to-sim DR is real; real-world and modern-camera generalization remain open — Alternative approaches classic, not foundation-model prehistory.</a:t>
            </a:r>
          </a:p>
          <a:p>
            <a:pPr/>
            <a:r>
              <a:t>• If discussion drifts to ACT: contrast data source and architecture. Not lineage.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Discussion prompts, not extra claims.</a:t>
            </a:r>
          </a:p>
          <a:p>
            <a:pPr/>
            <a:r>
              <a:t>• Planner-call log is a fair request and an unanswered one.</a:t>
            </a:r>
          </a:p>
          <a:p>
            <a:pPr/>
            <a:r>
              <a:t>• A modern BC baseline is out of scope for a 2021 paper. The reviewer’s job is to keep the scope visible, not to punish the authors for the calendar.</a:t>
            </a:r>
          </a:p>
          <a:p>
            <a:pPr/>
            <a:r>
              <a:t>• §5 future work: vision critic or sim-to-real techniques. Quote that, don’t paraphrase it into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Stop. No speculative extensions in the reviewer seat.</a:t>
            </a:r>
          </a:p>
          <a:p>
            <a:pPr/>
            <a:r>
              <a:t>• BEHAVIOR analogies, if any, belong to Visionary — and even there no success rate may be invented.</a:t>
            </a:r>
          </a:p>
          <a:p>
            <a:pPr/>
            <a:r>
              <a:t>• A course smoke may not claim this table. That is the Empiricist’s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9260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6A5A"/>
                </a:solidFill>
                <a:latin typeface="IBM Plex Sans"/>
              </a:rPr>
              <a:t>DEC 9  ·  ALTERNATIVE APPROACHES  ·  SCIENTIFIC REVIEWER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8368"/>
            <a:ext cx="1124712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1EA"/>
                </a:solidFill>
                <a:latin typeface="IBM Plex Serif"/>
              </a:rPr>
              <a:t>Crisp mechanism.
Not foundation-model prehistory.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28600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Grade MoPA-PD as an Alternative-approaches classic: privileged teacher, causal ablations, sim-to-sim DR. Do not upgrade the claim.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3291840"/>
            <a:ext cx="113385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3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5" y="3524596"/>
            <a:ext cx="11228832" cy="25520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SHARED SPINE  ·  TATTOO ON EVERY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Five facts that do not change with the seat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43584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A5A"/>
                </a:solidFill>
                <a:latin typeface="IBM Plex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207008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Train privilege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499616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Classical MP (RRT-Connect) lives inside MoPA-RL (Yamada et al., CoRL 2020). Geometry and the planner are train-time infrastructure, not the shipped controller.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57984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67712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A5A"/>
                </a:solidFill>
                <a:latin typeface="IBM Plex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31136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Distill, then smooth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23744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Visual BC on direct-action rollouts removes the planner and smooths RRT jitter. MoPA-PD then runs asymmetric SAC: actor from BC, critic from MoPA-RL Q, Re:Rπ = 1:3, small 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182112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A5A"/>
                </a:solidFill>
                <a:latin typeface="IBM Plex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55264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Deploy is planner-free pixels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47872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Inference is a 32×32 image plus joints. No RRT-Connect, no object state, no motion planner. The critic’s state privilege ends when training ends.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06240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15968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A5A"/>
                </a:solidFill>
                <a:latin typeface="IBM Plex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Numbers you must be able to say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72000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Push 100 / 32.0 / 110.8 (ASR / AEL / ADR). Assembly 0 without BC-smooth vs 100 with. DR ≥ 96.7 sim-to-sim (Lift Scenario 1 is worst). Expert Push AEL 111 vs Ours 32.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230368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40096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A5A"/>
                </a:solidFill>
                <a:latin typeface="IBM Plex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03520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What this paper is not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96128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Not an ancestor of ACT, Diffusion Policy, π₀, OpenVLA, or OXE — contrast poles only. Not a JEPA / LeWM / Cosmos child. Sim-only Sawyer. Do not launder DR into sim-to-real.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CLAIMS, AS THE PAPER STATES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Five claims. Only some are equally hard.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52144"/>
            <a:ext cx="11430000" cy="93268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52144"/>
            <a:ext cx="640080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6A5A"/>
                </a:solidFill>
                <a:latin typeface="IBM Plex Mon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6187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Deploy without the planner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591056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Distilling MP-augmented state RL via BC and guided vision RL removes the planner and full state at inference.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76272"/>
            <a:ext cx="11430000" cy="93268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76272"/>
            <a:ext cx="640080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6A5A"/>
                </a:solidFill>
                <a:latin typeface="IBM Plex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86000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Smoothing is load-bearing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Expert buffer Re holds BC trajectories, not raw MoPA-RL jitter. Assembly is the test.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200400"/>
            <a:ext cx="11430000" cy="93268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00400"/>
            <a:ext cx="640080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6A5A"/>
                </a:solidFill>
                <a:latin typeface="IBM Plex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31012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The efficiency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639312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Weight init, expert buffer at 1:3, and a small entropy α — versus Asym. SAC, MoPA-Asym. SAC, and CoL.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24528"/>
            <a:ext cx="11430000" cy="93268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24528"/>
            <a:ext cx="640080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6A5A"/>
                </a:solidFill>
                <a:latin typeface="IBM Plex Mon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334256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DR transfers in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663440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Texture, color, and lighting in training. Zero-shot distractors and appearance. Above 96% ASR.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248656"/>
            <a:ext cx="11430000" cy="93268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48656"/>
            <a:ext cx="640080" cy="9326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6A5A"/>
                </a:solidFill>
                <a:latin typeface="IBM Plex Mon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358384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Better paths than the teacher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687568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Lower AEL and higher ADR than state MoPA-RL. Not merely a clone of the expert.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TABLE 1 IS THE DECISIVE EXHIBIT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Vision-from-scratch and “MP inside vision” both zero 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1152144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537" y="1170432"/>
            <a:ext cx="9502444" cy="39593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349240"/>
            <a:ext cx="1124712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B3C2"/>
                </a:solidFill>
                <a:latin typeface="IBM Plex Sans"/>
              </a:rPr>
              <a:t>Read rows, not only the bold last line. MoPA-Asym. SAC keeps the planner and still scores 0. BC-Visual keeps ASR on Push and Assembly and loses the path. Without smoothing, Assembly is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WHAT 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Sample efficiency is visible, and it is not just ASR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52144"/>
            <a:ext cx="763524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3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1" y="2903012"/>
            <a:ext cx="7525512" cy="171034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83879" y="1152144"/>
            <a:ext cx="361188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25880"/>
            <a:ext cx="3246120" cy="4846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Fig. 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Discounted return, 0–3M. Ours on top. The handoff off the state teacher is the vertical mark.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Path quality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Push AEL 32.0 vs expert 111.0 and vs BC 118.0. ADR 110.8 vs 52.7 vs 46.9.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Lift needs Stage 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BC-Visual ASR 62.0. Ours 99.0. Cloning is not enough when coverage is thin.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Related work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Neural motion planners that stay state-based are distinguished, not quietly absorbed. That honesty holds.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THE CAUSAL KNIFE  ·  BC SMOOTHING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Assembly is 0 without it and 100 with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52144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26187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6A5A"/>
                </a:solidFill>
                <a:latin typeface="IBM Plex Sans"/>
              </a:rPr>
              <a:t>WITHOUT BC SMOOTH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55448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E86A5A"/>
                </a:solidFill>
                <a:latin typeface="IBM Plex Serif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5146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Assembly ASR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6512" y="1152144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2816" y="126187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FB4"/>
                </a:solidFill>
                <a:latin typeface="IBM Plex Sans"/>
              </a:rPr>
              <a:t>WITH BC SMOOTH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155448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3ECFB4"/>
                </a:solidFill>
                <a:latin typeface="IBM Plex Serif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25146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Assembly ASR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152144"/>
            <a:ext cx="3977639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g8_smoo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984" y="1712867"/>
            <a:ext cx="3867911" cy="8902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4048" y="32918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Fig. 8 — same start (green) and goal (red). Orange MoPA-RL paths jitter. Blue BC paths do not. Push and Lift still learn from raw replay, slower. Assembly does not.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023360"/>
            <a:ext cx="5650992" cy="23317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4023360"/>
            <a:ext cx="64008" cy="2331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13308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Push still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425696"/>
            <a:ext cx="5358383" cy="1819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100 / 34.0 / 108.7 without smoothing vs 100 / 32.0 / 110.8 with. The knife is not Push.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4023360"/>
            <a:ext cx="5650992" cy="23317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3055" y="4023360"/>
            <a:ext cx="64008" cy="2331720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413308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Why jitter hurts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4425696"/>
            <a:ext cx="5358383" cy="1819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RRT prioritizes collision avoidance over smoothness. Raw paths in Re make RL difficult and, on Assembly, impossible.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FIG. 7  ·  WEIGHT INITIALIZATION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Without init, success stays near zero past a million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52144"/>
            <a:ext cx="777240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7_i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1" y="2442949"/>
            <a:ext cx="7662672" cy="263046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21040" y="1152144"/>
            <a:ext cx="347472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353312"/>
            <a:ext cx="3154680" cy="4846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ECFB4"/>
                </a:solidFill>
                <a:latin typeface="IBM Plex Sans"/>
              </a:rPr>
              <a:t>With init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Actor ← BC. Critic ← MoPA-RL Q. Success ≈ 1.0 well before 1.0M steps, all three tasks.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6A5A"/>
                </a:solidFill>
                <a:latin typeface="IBM Plex Sans"/>
              </a:rPr>
              <a:t>Without init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“Minimal or no success” up till 1.2M steps. No successes observed until then.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A838"/>
                </a:solidFill>
                <a:latin typeface="IBM Plex Sans"/>
              </a:rPr>
              <a:t>Why init is legal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MoPA-RL actions superset the direct action space, so the critic transfer is defined.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4B0F5"/>
                </a:solidFill>
                <a:latin typeface="IBM Plex Sans"/>
              </a:rPr>
              <a:t>Still privilege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That critic was trained with state. Init carries the privilege into the visual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TABLE 4  ·  A WEAK EXPERT STILL DISTILLS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Not mere cloning. Also not a free lunch.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781812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b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" y="1661958"/>
            <a:ext cx="7708392" cy="416501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75320" y="1115568"/>
            <a:ext cx="3520440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280160"/>
            <a:ext cx="320040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Push @ 0.2M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Expert ASR 69.2. Ours 100.0, AEL 34.4. BC-Visual is 93.2 / 137.4.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Lift @ 0.5M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Expert ASR 41.4. Ours 99.0, AEL 42.0. BC stays at 48.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Read carefully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The visual phase is still 2M steps. A weak teacher is not “no teacher.” Init still uses that critic.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Authors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Does not heavily depend on the state agent’s success. It does benefit from the initialization.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WHAT IS 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External validity stops at the simulator door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No real robot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Transfer claims are sim-to-sim. §5 names a real fine-tune and a vision critic as future work. Writing “sim-to-real” rewrites the paper.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One embodiment, three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Sawyer only. Push, Lift, Assembly. The third uses the IKEA furniture env. Household generalization is not measured.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32×32 RGB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Enough to prove the recipe. Not evidence about wrist cameras or multi-view stacks. That external validity is unknown.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2021 baseline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CoL and asymmetric SAC are the foils. They zero out. That does not adjudicate ACT, Diffusion Policy, or any VLA.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SMALLER KNIVES, STILL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α is a knob. CoL is not saved by smoothing.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Entropy 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Teacher final log α (Table 3): Push −0.63, Lift −2.7, Assembly −0.29. Visual stage uses smaller α. Sweep {0.5, 0, −3, −10, −20, −40}. Smaller is stabler. No per-α ASR 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CoL is the LfD foil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Best CoL cell is Lift ASR 29.8. BC smoothing does not rescue it (Lift ASR 0, ADR 5.1). Do not over-read a 2020 baseline as a 2025 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BC model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Fig. 9: low test MSE is not the best policy. They take the earliest epoch with 100% validation success. Min-MSE is a different method.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MoPA-Asym. SAC =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Keeping RRT in the visual action loop fails all three tasks. Distillation is not optional sugar. Collapsing the plan into a reactive policy is the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Accept the recipe. Refuse the upgrade.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88720"/>
            <a:ext cx="11430000" cy="22402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533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ALTERNATIVE APPROACHES CLASSIC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1EA"/>
                </a:solidFill>
                <a:latin typeface="IBM Plex Serif"/>
              </a:rPr>
              <a:t>The privileged-teacher claim holds in obstructed simulation. The ablations that matter are in the paper. The generalizations people will want are 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657600"/>
            <a:ext cx="5650992" cy="2697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3657600"/>
            <a:ext cx="64008" cy="269748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76732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Accept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059936"/>
            <a:ext cx="5358383" cy="21854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Planner removal. BC-smooth knife. Init effect. Path-length gain. Sim-to-sim DR above 96%.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3657600"/>
            <a:ext cx="5650992" cy="26974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5" y="3657600"/>
            <a:ext cx="64008" cy="2697480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76732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Do not accept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59936"/>
            <a:ext cx="5358383" cy="21854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Real clutter solved. Ancestor of π₀ or OpenVLA. Child of JEPA or Cosmos. A BEHAVIOR baseline.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QUESTIONS WORTH ASKING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Four probes that do not require new experiments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Where is the planner?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At inference, architecturally absent. Ask for a log of planner calls anyway. The PDF does not print that column.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Whose success?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Push ASR flatters BC. Make the authors (and yourself) answer in AEL and ADR, then look at Lift and Assembly.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Whose baseline?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CoL and Asym. SAC are 2020-era foils. Ask what would change if the BC baseline were a chunked or generative policy. The paper cannot answer. That is fine. Pretending it did is not.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Whose reality?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Table 2 changes textures and adds distractor cubes. Ask which sentence in §5 they want remembered. It is the future-work sentence.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6A5A"/>
                </a:solidFill>
                <a:latin typeface="IBM Plex Sans"/>
              </a:rPr>
              <a:t>Scientific Reviewer   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6A5A"/>
                </a:solidFill>
                <a:latin typeface="IBM Plex Sans"/>
              </a:rPr>
              <a:t>REVIEWER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The sentence to leave in the 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115568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Table 1 decides the mechanism. Assembly 0 vs 100 decides smoothing. Fig. 7 decides init. Table 4 says a weak expert can still teach. Nothing in the PDF decides reality.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111556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Push 100 / 32.0 / 110.8.   Expert AEL 111 vs 32.   DR worst cell 96.7, sim-to-sim.   Not an ancestor.   Not a world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MoPA-PD — Scientific Reviewer</dc:title>
  <dc:subject>CoRL 2021 arXiv 2111.06383 · Alternative approaches · Dec 9</dc:subject>
  <dc:creator>Liu*, Uppal*, Sukhatme, Lim, Englert, Lee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