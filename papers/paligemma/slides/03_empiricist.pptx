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seat 3 — 11+3</a:t>
            </a:r>
          </a:p>
          <a:p>
            <a:r>
              <a:t>NO Stakeholder redo. Dive into H1/H2/H3 → res ladder → LoRA matrix → GPU budget → P0 E1–E3.</a:t>
            </a:r>
          </a:p>
          <a:p>
            <a:r>
              <a:t>LoRA is an EXTENSION — paper is TPU full-FT; say that honesty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— read slowly</a:t>
            </a:r>
          </a:p>
          <a:p>
            <a:r>
              <a:t>H1: 448pt + LoRA r=16 closes ≥70% of 224→448 OCR/VQA gain at &lt;30% full-FT cost</a:t>
            </a:r>
          </a:p>
          <a:p>
            <a:r>
              <a:t>H2: Native Stage2-res ckpt beats cross-res FT under LoRA</a:t>
            </a:r>
          </a:p>
          <a:p>
            <a:r>
              <a:t>H3: K-frame concat (4–8 @224) helps short-horizon BEHAVIOR-style VQA vs single frame</a:t>
            </a:r>
          </a:p>
          <a:p>
            <a:r>
              <a:t>Success = qualitative Table1 deltas + honest VRAM/steps — not paper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RESOLUTION LADDER — P0 E1 — core visual</a:t>
            </a:r>
          </a:p>
          <a:p>
            <a:r>
              <a:t>DocVQA 43.7 / 78.0 / 84.8; TextVQA 55.5 / 73.2 / 76.5.</a:t>
            </a:r>
          </a:p>
          <a:p>
            <a:r>
              <a:t>Recipe: LoRA r=16 Gemma; connector FT; freeze ViT first pass; same step budget.</a:t>
            </a:r>
          </a:p>
          <a:p>
            <a:r>
              <a:t>H1 target: ≥70% of gain at &lt;30%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ARTIFACT — resolution / Table region</a:t>
            </a:r>
          </a:p>
          <a:p>
            <a:r>
              <a:t>Cite paper numbers; don’t re-digitize curves. Native Stage2 &gt; cross-res &gt; windowing (Fig 10 story).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 FREEZE MATRIX — P0 E2</a:t>
            </a:r>
          </a:p>
          <a:p>
            <a:r>
              <a:t>TT / TF / LoRA-LLM / LoRA+connector — four short runs @224.</a:t>
            </a:r>
          </a:p>
          <a:p>
            <a:r>
              <a:t>Paper: TT≈TF avg; unfreeze ViT helps spatial; freeze LM hurts.</a:t>
            </a:r>
          </a:p>
          <a:p>
            <a:r>
              <a:t>LoRA+connector is the cost/quality bet for cluster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say the headline</a:t>
            </a:r>
          </a:p>
          <a:p>
            <a:r>
              <a:t>LoRA@224 ~24GB; full FT 448–896 needs 80GB+.</a:t>
            </a:r>
          </a:p>
          <a:p>
            <a:r>
              <a:t>Paper reports TPU only — these are derived estimates (~2.92B class).</a:t>
            </a:r>
          </a:p>
          <a:p>
            <a:r>
              <a:t>Report effective batch honestly when you can’t hit 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 PLAN</a:t>
            </a:r>
          </a:p>
          <a:p>
            <a:r>
              <a:t>E1 res ladder · E2 freeze matrix · E3 default-HP regret.</a:t>
            </a:r>
          </a:p>
          <a:p>
            <a:r>
              <a:t>P1: LoRA rank, cross-res, few-shot. P2: RefCOCO, multi-frame, encoder-free.</a:t>
            </a:r>
          </a:p>
          <a:p>
            <a:r>
              <a:t>Env outlines: /workspace/paligemma-quiet/env_outline/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REMINDER (30s) — what you fine-tune</a:t>
            </a:r>
          </a:p>
          <a:p>
            <a:r>
              <a:t>SigLIP + linear connector + Gemma. Prefix-LM. You’re adapting a base, not chatting.</a:t>
            </a:r>
          </a:p>
          <a:p>
            <a:r>
              <a:t>Don’t freeze vision early without measuring spatial/OCR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— where Empiricist sits</a:t>
            </a:r>
          </a:p>
          <a:p>
            <a:r>
              <a:t>You mostly live in Stage3-like FT / LoRA on released pt ckpts.</a:t>
            </a:r>
          </a:p>
          <a:p>
            <a:r>
              <a:t>You are NOT reproducing Stage1 1B examples — Reviewer owns that opacity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CLOSE / Q&amp;A</a:t>
            </a:r>
          </a:p>
          <a:p>
            <a:r>
              <a:t>Restate H1 as the primary bet; name 24GB vs 80GB+ honestly.</a:t>
            </a:r>
          </a:p>
          <a:p>
            <a:r>
              <a:t>Invite Q on DocVQA subset size, LoRA rank, multi-frame token budget.</a:t>
            </a:r>
          </a:p>
          <a:p>
            <a:r>
              <a:t>Hand robotics probes that need new data to Reviewer asks 4–5 / Visionary.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s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context — resolution / transfer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ra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0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Empiricist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H1 LoRA@448 · freeze matrix · 24GB vs 80GB+ 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