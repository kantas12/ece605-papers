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seat 2 — 11+3</a:t>
            </a:r>
          </a:p>
          <a:p>
            <a:r>
              <a:t>You OWN lineage. No Stakeholder motivation tour.</a:t>
            </a:r>
          </a:p>
          <a:p>
            <a:r>
              <a:t>Job: priors table → subsequent timeline → one-sentence lineage + hedges → perception vs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INFLUENTIAL PRIORS — walk the table (~3 min)</a:t>
            </a:r>
          </a:p>
          <a:p>
            <a:r>
              <a:t>PaLI family; SigLIP+SoViT; Gemma-2B; CLIP→Flamingo/BLIP-2 contrast; Pix2Seq/LocCa/SAM; Prefix-LM + big_vision.</a:t>
            </a:r>
          </a:p>
          <a:p>
            <a:r>
              <a:t>Emphasize: PaliGemma *composes* these — it is the open bridge, not the first VLM.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AS COMPOSITION</a:t>
            </a:r>
          </a:p>
          <a:p>
            <a:r>
              <a:t>Show how priors land in the box: SigLIP eyes, linear glue, Gemma decoder, Prefix-LM, loc/seg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ARTIFACT</a:t>
            </a:r>
          </a:p>
          <a:p>
            <a:r>
              <a:t>Cite the paper’s own framing of the family / method. Don’t re-derive Empiricist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TIMELINE — core visual (~3–4 min)</a:t>
            </a:r>
          </a:p>
          <a:p>
            <a:r>
              <a:t>SigLIP → **PaliGemma** → π₀ → π₀.₅/OpenPI → BEHAVIOR’25 1st (Action Expert, ~26% q).</a:t>
            </a:r>
          </a:p>
          <a:p>
            <a:r>
              <a:t>Point: THIS paper is the critical open bridge robot stacks initialize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CHAIN ZOOM</a:t>
            </a:r>
          </a:p>
          <a:p>
            <a:r>
              <a:t>Same arrow with Action Expert endpoint. Perception backbone standardized — not the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LINEAGE — memorize and deliver slowly</a:t>
            </a:r>
          </a:p>
          <a:p>
            <a:r>
              <a:t>“PaLI-family + SigLIP/SoViT + Gemma + Prefix-LM/LocCa-style tokens → PaliGemma → π₀ → π₀.₅/OpenPI → BEHAVIOR’25 1st.”</a:t>
            </a:r>
          </a:p>
          <a:p/>
          <a:p>
            <a:r>
              <a:t>HONEST HEDGES:</a:t>
            </a:r>
          </a:p>
          <a:p>
            <a:r>
              <a:t>• Private Stage1 → recipe science incomplete even with open weights</a:t>
            </a:r>
          </a:p>
          <a:p>
            <a:r>
              <a:t>• “Uses PaliGemma” ≠ isolating Prefix-LM vs data vs Stage2</a:t>
            </a:r>
          </a:p>
          <a:p>
            <a:r>
              <a:t>• Downstream robot success is outside Table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 VS PLANNER</a:t>
            </a:r>
          </a:p>
          <a:p>
            <a:r>
              <a:t>IS: open base VLM; loc/seg+OCR API; default π₀/OpenPI eyes+language; Prefix-LM shaping.</a:t>
            </a:r>
          </a:p>
          <a:p>
            <a:r>
              <a:t>IS NOT: classical planner; closed-loop policy; chat bot; proof of BEHAVIOR wins alone.</a:t>
            </a:r>
          </a:p>
          <a:p>
            <a:r>
              <a:t>Hand Empiricist LoRA/res; Visionary adaptation&gt;swap.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IN HISTORICAL CONTEXT</a:t>
            </a:r>
          </a:p>
          <a:p>
            <a:r>
              <a:t>Stage0–3 recipe is part of the PaLI-line culture this paper inherits and open-sources at 3B.</a:t>
            </a:r>
          </a:p>
          <a:p>
            <a:r>
              <a:t>Subsequent work mostly consumes Stage0+released pt weights — not redoing Stage1.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CLOSE / Q&amp;A</a:t>
            </a:r>
          </a:p>
          <a:p>
            <a:r>
              <a:t>Restate one sentence + hedges.</a:t>
            </a:r>
          </a:p>
          <a:p>
            <a:r>
              <a:t>Invite Q on which priors matter most; whether BEHAVIOR isolates the VLM; freeze/unlock docs in forks.</a:t>
            </a:r>
          </a:p>
          <a:p>
            <a:r>
              <a:t>Do NOT redo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method / family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Archaeologist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SigLIP → PaliGemma → π₀ → OpenPI → BEHAVIOR  ·  hedges intact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