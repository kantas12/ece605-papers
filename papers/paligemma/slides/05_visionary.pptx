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VISIONARY — seat 5 — 11+3</a:t>
            </a:r>
          </a:p>
          <a:p>
            <a:r>
              <a:t>NO Stakeholder redo. NO Discord. NO Drive.</a:t>
            </a:r>
          </a:p>
          <a:p>
            <a:r>
              <a:t>Thesis: 2026 upside = adaptation (action expert, noise, stages, data) &gt; backbone swap.</a:t>
            </a:r>
          </a:p>
          <a:p>
            <a:r>
              <a:t>PG-class remains default open VLA init until better open ego/video 3–4B appears.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AGENDA — five points</a:t>
            </a:r>
          </a:p>
          <a:p>
            <a:r>
              <a:t>1 Adaptation &gt; backbone swap</a:t>
            </a:r>
          </a:p>
          <a:p>
            <a:r>
              <a:t>2 Multi-cam 224 + selective 448 foveation</a:t>
            </a:r>
          </a:p>
          <a:p>
            <a:r>
              <a:t>3 PG = visual tokenizer + residual LLM</a:t>
            </a:r>
          </a:p>
          <a:p>
            <a:r>
              <a:t>4 Action expert / noise / stages / data = upside</a:t>
            </a:r>
          </a:p>
          <a:p>
            <a:r>
              <a:t>5 Stay until better open ego/video 3–4B appears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2026 ADAPTATION MAP — core visual</a:t>
            </a:r>
          </a:p>
          <a:p>
            <a:r>
              <a:t>Action expert · noise/stages · data · multi-cam 224 · selective 448 · visual tokenizer view.</a:t>
            </a:r>
          </a:p>
          <a:p>
            <a:r>
              <a:t>Walk the six cards; spend time on action expert + foveation.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FOVEATION</a:t>
            </a:r>
          </a:p>
          <a:p>
            <a:r>
              <a:t>Default multi-cam @224; escalate selective 448 for OCR/HUD/fine grasp — not blanket 896.</a:t>
            </a:r>
          </a:p>
          <a:p>
            <a:r>
              <a:t>Anti-pattern: token explosion + latency on all cams.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 TOKENIZER + RESIDUAL LLM</a:t>
            </a:r>
          </a:p>
          <a:p>
            <a:r>
              <a:t>Winners already swap free language for task/stage embeddings.</a:t>
            </a:r>
          </a:p>
          <a:p>
            <a:r>
              <a:t>Treat PG as eyes + residual language; put differentiation in action expert / stages /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CLUB CHAIN — why not swap yet</a:t>
            </a:r>
          </a:p>
          <a:p>
            <a:r>
              <a:t>SigLIP → PG → π₀ → OpenPI → BEHAVIOR Action Expert already works as open substrate.</a:t>
            </a:r>
          </a:p>
          <a:p>
            <a:r>
              <a:t>Swapping backbone without adaptation gains is a distraction.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PERCEPTION BOUNDARY</a:t>
            </a:r>
          </a:p>
          <a:p>
            <a:r>
              <a:t>Still not a planner. Visionary owns *where* adaptation lives downstream of PG.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STAGES — adaptation sits after released pt</a:t>
            </a:r>
          </a:p>
          <a:p>
            <a:r>
              <a:t>You don’t need to redo Stage1. Stage3-like + action expert + data is the 2026 lever.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OPTIONAL PAPER CROP — grounding API exists</a:t>
            </a:r>
          </a:p>
          <a:p>
            <a:r>
              <a:t>Loc/seg tokens already give a structured interface for affordance pointing / UI widgets.</a:t>
            </a:r>
          </a:p>
          <a:p>
            <a:r>
              <a:t>Foveation @448 exploits OCR path the paper proved.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VISIONARY CLOSE / Q&amp;A</a:t>
            </a:r>
          </a:p>
          <a:p>
            <a:r>
              <a:t>Restate: adaptation &gt; swap; 224+selective 448; tokenizer+residual LLM.</a:t>
            </a:r>
          </a:p>
          <a:p>
            <a:r>
              <a:t>Invite Q on action-expert design, when to foveate, what would dethrone PG-class (open ego/video 3–4B).</a:t>
            </a:r>
          </a:p>
          <a:p>
            <a:r>
              <a:t>No Discord/Drive. Hand back to facilitator.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itle_vision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"/>
            <a:ext cx="11917375" cy="6583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visionary_agen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"/>
            <a:ext cx="11917375" cy="6583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adap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"/>
            <a:ext cx="11917375" cy="6583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fove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"/>
            <a:ext cx="11917375" cy="6583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tokeniz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"/>
            <a:ext cx="11917375" cy="6583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club_ch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"/>
            <a:ext cx="11917375" cy="6583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percep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"/>
            <a:ext cx="11917375" cy="6583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st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"/>
            <a:ext cx="11917375" cy="6583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g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0" y="182880"/>
            <a:ext cx="7772400" cy="5989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2179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3ECF8E"/>
                </a:solidFill>
                <a:latin typeface="Calibri"/>
              </a:rPr>
              <a:t>Paper artifact — grounding / transfer context for adaptation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37160" cy="1645920"/>
          </a:xfrm>
          <a:prstGeom prst="rect">
            <a:avLst/>
          </a:prstGeom>
          <a:solidFill>
            <a:srgbClr val="3EC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E8EEF4"/>
                </a:solidFill>
                <a:latin typeface="Calibri"/>
              </a:rPr>
              <a:t>Visionary close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8A9BB0"/>
                </a:solidFill>
                <a:latin typeface="Calibri"/>
              </a:rPr>
              <a:t>Adaptation &gt; backbone swap  ·  224 + selective 448  ·  tokenizer 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