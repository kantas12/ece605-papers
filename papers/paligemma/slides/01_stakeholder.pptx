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seat 4 — 18+3</a:t>
            </a:r>
          </a:p>
          <a:p>
            <a:r>
              <a:t>You set context for the room. Later roles do NOT redo this tour.</a:t>
            </a:r>
          </a:p>
          <a:p>
            <a:r>
              <a:t>Arc: open 3B substrate → architecture/stages → headline transfers → club chain → risks → buy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PAPER</a:t>
            </a:r>
          </a:p>
          <a:p>
            <a:r>
              <a:t>Commodity open 3B VLM for robot foundation models.</a:t>
            </a:r>
          </a:p>
          <a:p>
            <a:r>
              <a:t>Default open substrate for π₀ / π₀.₅ / OpenPI; BEHAVIOR’25 1st = SigLIP → PaliGemma → Action Expert.</a:t>
            </a:r>
          </a:p>
          <a:p>
            <a:r>
              <a:t>Buy: init from paligemma-pt-{224,448}; budget Stage3-like FT; multi-cam often @224.</a:t>
            </a:r>
          </a:p>
          <a:p>
            <a:r>
              <a:t>Perception/grounding — NOT classical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SigLIP-So400m + linear connector + Gemma-2B.</a:t>
            </a:r>
          </a:p>
          <a:p>
            <a:r>
              <a:t>Prefix-LM: full attention on image+prefix; causal on suffix.</a:t>
            </a:r>
          </a:p>
          <a:p>
            <a:r>
              <a:t>Loc 1024 bins + seg 128 VQVAE tokens. Skills via task prefixes — no GPT-4 IT in pretrain.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0–3</a:t>
            </a:r>
          </a:p>
          <a:p>
            <a:r>
              <a:t>0 unimodal public ckpts → 1 multimodal ~1B@224 nothing frozen → 2 res uplift 448/896 → 3 per-task FT.</a:t>
            </a:r>
          </a:p>
          <a:p>
            <a:r>
              <a:t>Key: do NOT freeze ViT in Stage1 (slow warmup). Prefer released pt checkpoints over custom glue.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ARTIFACT — opening pages</a:t>
            </a:r>
          </a:p>
          <a:p>
            <a:r>
              <a:t>Show the real paper composition briefly; don’t linger — numbers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TRANSFERS</a:t>
            </a:r>
          </a:p>
          <a:p>
            <a:r>
              <a:t>DocVQA 43.7→84.8 is the poster child for resolution.</a:t>
            </a:r>
          </a:p>
          <a:p>
            <a:r>
              <a:t>VQAv2 ~83–86; ScienceQA ~95%@224; COCOcap ~142–145.</a:t>
            </a:r>
          </a:p>
          <a:p>
            <a:r>
              <a:t>Prefer 448 when OCR/widgets matter; 224 for multi-cam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CHAIN</a:t>
            </a:r>
          </a:p>
          <a:p>
            <a:r>
              <a:t>SigLIP → PaliGemma → π₀ → π₀.₅/OpenPI → BEHAVIOR’25 Action Expert.</a:t>
            </a:r>
          </a:p>
          <a:p>
            <a:r>
              <a:t>Closed VLMs cannot seed OpenPI. Open weights are load-bearing.</a:t>
            </a:r>
          </a:p>
          <a:p>
            <a:r>
              <a:t>Failures often sit in action expert / stages / data — but these are the eyes+language.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</a:t>
            </a:r>
          </a:p>
          <a:p>
            <a:r>
              <a:t>Private Stage1 data; license/gating (Gemma/SigLIP/HF); base ≠ chat.</a:t>
            </a:r>
          </a:p>
          <a:p>
            <a:r>
              <a:t>Square crop may need robotics-specific image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 GUIDANCE (restate)</a:t>
            </a:r>
          </a:p>
          <a:p>
            <a:r>
              <a:t>Prefer paligemma-pt-{224,448}.</a:t>
            </a:r>
          </a:p>
          <a:p>
            <a:r>
              <a:t>Budget Stage3-like FT per embodiment.</a:t>
            </a:r>
          </a:p>
          <a:p>
            <a:r>
              <a:t>Escalate resolution only when OCR / fine spatial demands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 NOTE (30s)</a:t>
            </a:r>
          </a:p>
          <a:p>
            <a:r>
              <a:t>Perception/grounding backbone (loc/seg, OCR@448+), not a policy.</a:t>
            </a:r>
          </a:p>
          <a:p>
            <a:r>
              <a:t>Prefix-LM fits observe+goal→action shaping; don’t freeze vision early.</a:t>
            </a:r>
          </a:p>
          <a:p>
            <a:r>
              <a:t>Hand deep critique to Reviewer; LoRA plan to Empiricist; lineage to Archaeologist; 2026 to Visionary.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— stages figure again if room asks compute</a:t>
            </a:r>
          </a:p>
          <a:p>
            <a:r>
              <a:t>TPUv5e-256 &lt;3 days Stage1; Stage3 20min–10h on TPUv3-32. GPU story = Empiricist.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CLOSE / Q&amp;A</a:t>
            </a:r>
          </a:p>
          <a:p>
            <a:r>
              <a:t>Restate: open pt-{224,448} substrate; club chain; risks owned.</a:t>
            </a:r>
          </a:p>
          <a:p>
            <a:r>
              <a:t>Invite Q on buy decision / multi-cam res — then hand off. Do not steal later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architecture / method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eadline_trans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Stakeholder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Start from paligemma-pt-{224,448} · own the risks · hand off deep dives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