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OPENING — seat 1 = Kanta — 8 min + 3 Q&amp;A</a:t>
            </a:r>
          </a:p>
          <a:p/>
          <a:p>
            <a:r>
              <a:t>You OWN critique. No Stakeholder motivation tour. No lineage tour.</a:t>
            </a:r>
          </a:p>
          <a:p/>
          <a:p>
            <a:r>
              <a:t>Tonight's arc (tight):</a:t>
            </a:r>
          </a:p>
          <a:p>
            <a:r>
              <a:t>1) Claim under review</a:t>
            </a:r>
          </a:p>
          <a:p>
            <a:r>
              <a:t>2) Strengths (base vs IT; PaLI scaling; deep ablations; contamination; loc/seg; systems)</a:t>
            </a:r>
          </a:p>
          <a:p>
            <a:r>
              <a:t>3) Weaknesses (private Stage1; Table1 self-vs-res; macro-avg; Stage3≠robotics; square resize; TPU-centric)</a:t>
            </a:r>
          </a:p>
          <a:p>
            <a:r>
              <a:t>4) TEN actionable asks — THE talk figure — say them aloud</a:t>
            </a:r>
          </a:p>
          <a:p>
            <a:r>
              <a:t>5) Score intuition close</a:t>
            </a:r>
          </a:p>
          <a:p/>
          <a:p>
            <a:r>
              <a:t>Spine: open base 3B VLM (SigLIP-So400m + Gemma-2B) as π₀/OpenPI/BEHAVIOR substrate.</a:t>
            </a:r>
          </a:p>
          <a:p>
            <a:r>
              <a:t>Perception/grounding — NOT classical planner.</a:t>
            </a:r>
          </a:p>
          <a:p/>
          <a:p>
            <a:r>
              <a:t>Pace: ~45–60s claim · ~90s strengths · ~90s weaknesses · ~2.5–3 min on the 10 asks · ~60s score ·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 UNDER REVIEW — read slowly, then pause</a:t>
            </a:r>
          </a:p>
          <a:p/>
          <a:p>
            <a:r>
              <a:t>“A carefully trained &lt;3B open *base* VLM (SigLIP-So400m + Gemma-2B, Prefix-LM, unfrozen Stage1, resolution Stage2) transfers broadly across ~40 tasks and is a better research object than chat-tuned VLMs.”</a:t>
            </a:r>
          </a:p>
          <a:p/>
          <a:p>
            <a:r>
              <a:t>Emphasize BASE not chat. Emphasize RESEARCH OBJECT.</a:t>
            </a:r>
          </a:p>
          <a:p>
            <a:r>
              <a:t>Do not over-claim robotics utility from Table 1 alone — that is later roles / outside paper.</a:t>
            </a:r>
          </a:p>
          <a:p/>
          <a:p>
            <a:r>
              <a:t>Review frame: engineering + ablation contribution with open checkpoints. Demand boundary language on PaLI-X/PaLM-E comparisons and Stage1 opacity.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 — walk the six cards (~90s)</a:t>
            </a:r>
          </a:p>
          <a:p/>
          <a:p>
            <a:r>
              <a:t>1. Base vs IT — rare honesty vs LLaVA-style IT narratives.</a:t>
            </a:r>
          </a:p>
          <a:p>
            <a:r>
              <a:t>2. PaLI scaling — coherent SigLIP+Gemma line thesis.</a:t>
            </a:r>
          </a:p>
          <a:p>
            <a:r>
              <a:t>3. Deep ablations — Stage1 length, mask/loss, freeze/reset, connector, encoder, resolution, few-shot. Genuinely useful.</a:t>
            </a:r>
          </a:p>
          <a:p>
            <a:r>
              <a:t>4. Contamination hygiene — near-dupe removal; task prefixes; no commercial VLM synthetic IT in pretrain.</a:t>
            </a:r>
          </a:p>
          <a:p>
            <a:r>
              <a:t>5. Loc/seg API — 1024-bin locs + 128 VQVAE mask tokens; structured grounding.</a:t>
            </a:r>
          </a:p>
          <a:p>
            <a:r>
              <a:t>6. Systems transparency — MFU, tok/s, walltimes, App J recipes, open weights.</a:t>
            </a:r>
          </a:p>
          <a:p/>
          <a:p>
            <a:r>
              <a:t>Say: this is why lean-accept as an engineering/ablation paper is fair.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WEAKNESSES — walk the six cards (~90s). Be crisp, not mean.</a:t>
            </a:r>
          </a:p>
          <a:p/>
          <a:p>
            <a:r>
              <a:t>1. Private Stage1 mixture — open weights ≠ open science for recipe claims at paper scale.</a:t>
            </a:r>
          </a:p>
          <a:p>
            <a:r>
              <a:t>2. Table 1 mostly self-vs-resolution — not matched public bake-off (Idefics2 / QwenVL / InternVL) under same transfer recipe.</a:t>
            </a:r>
          </a:p>
          <a:p>
            <a:r>
              <a:t>3. Macro-average / metric mixing — SciCap 60% regret under defaults is a red flag for “unified recipe.”</a:t>
            </a:r>
          </a:p>
          <a:p>
            <a:r>
              <a:t>4. Stage3 ≠ OOD robotics transfer — do NOT invent BEHAVIOR wins from Table 1.</a:t>
            </a:r>
          </a:p>
          <a:p>
            <a:r>
              <a:t>5. Square resize — may hurt embodiment cameras; no action / memory / 3D objectives.</a:t>
            </a:r>
          </a:p>
          <a:p>
            <a:r>
              <a:t>6. TPU-centric — no GPU/LoRA memory tables; LoRA is Empiricist extension.</a:t>
            </a:r>
          </a:p>
          <a:p/>
          <a:p>
            <a:r>
              <a:t>These weaknesses MOTIVATE the 10 asks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ACTIONABLE IMPROVEMENTS — THE TALK FIGURE — say these aloud (~2.5–3 min)</a:t>
            </a:r>
          </a:p>
          <a:p/>
          <a:p>
            <a:r>
              <a:t>This is your gift to authors and to Empiricist. Numbered. Deliver 1–3 slowly; 4–10 can be slightly faster but still clear.</a:t>
            </a:r>
          </a:p>
          <a:p/>
          <a:p>
            <a:r>
              <a:t>1. Public Stage1 surrogate mixture / sampling weights</a:t>
            </a:r>
          </a:p>
          <a:p>
            <a:r>
              <a:t>2. Fixed public baseline panel (Idefics2 / QwenVL / InternVL) under SAME transfer recipe</a:t>
            </a:r>
          </a:p>
          <a:p>
            <a:r>
              <a:t>3. Per-family normalized scores instead of opaque macro-average</a:t>
            </a:r>
          </a:p>
          <a:p>
            <a:r>
              <a:t>4. Robotics probes: egocentric VQA, affordance pointing, multi-cam correspondence</a:t>
            </a:r>
          </a:p>
          <a:p>
            <a:r>
              <a:t>5. Aspect-ratio / camera-model ablations</a:t>
            </a:r>
          </a:p>
          <a:p>
            <a:r>
              <a:t>6. loc/seg calibration + constrained decoding analysis</a:t>
            </a:r>
          </a:p>
          <a:p>
            <a:r>
              <a:t>7. Continuous ViT:LLM LR-ratio sweeps (not binary freeze)</a:t>
            </a:r>
          </a:p>
          <a:p>
            <a:r>
              <a:t>8. Preregister resolution-sensitive tasks; corrected win rates</a:t>
            </a:r>
          </a:p>
          <a:p>
            <a:r>
              <a:t>9. One-command public Table1 harness from released ckpts</a:t>
            </a:r>
          </a:p>
          <a:p>
            <a:r>
              <a:t>10. Negative-results appendix (e.g. SciCap multitask collapse)</a:t>
            </a:r>
          </a:p>
          <a:p/>
          <a:p>
            <a:r>
              <a:t>If time is short: nail 1, 2, 4, 9, 10 aloud and gesture at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ARTIFACT — architecture / opening figure (cite, don’t re-derive)</a:t>
            </a:r>
          </a:p>
          <a:p/>
          <a:p>
            <a:r>
              <a:t>Point at SigLIP + connector + Gemma composition. Prefix-LM. Loc/seg tokens.</a:t>
            </a:r>
          </a:p>
          <a:p>
            <a:r>
              <a:t>Use this as evidence that the *architecture* is clear even when Stage1 data is not.</a:t>
            </a:r>
          </a:p>
          <a:p>
            <a:r>
              <a:t>Hand spatial/OCR numbers to Empiricist; hand lineage to Archaeologist.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EVIDENCE — Table 1 page if room asks “where are the numbers?”</a:t>
            </a:r>
          </a:p>
          <a:p/>
          <a:p>
            <a:r>
              <a:t>Self-vs-resolution is BOTH a strength (honest resolution story: DocVQA 43.7→84.8)</a:t>
            </a:r>
          </a:p>
          <a:p>
            <a:r>
              <a:t>AND a weakness (not a matched public bake-off). Name that duality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SCORE INTUITION — deliver slowly</a:t>
            </a:r>
          </a:p>
          <a:p/>
          <a:p>
            <a:r>
              <a:t>Strong open-model + ablation contribution.</a:t>
            </a:r>
          </a:p>
          <a:p>
            <a:r>
              <a:t>Landmark *if* data opacity is acknowledged.</a:t>
            </a:r>
          </a:p>
          <a:p>
            <a:r>
              <a:t>Methods venues should demand public mixture + matched baselines.</a:t>
            </a:r>
          </a:p>
          <a:p/>
          <a:p>
            <a:r>
              <a:t>Lean accept as engineering &amp; ablation paper with open base checkpoints.</a:t>
            </a:r>
          </a:p>
          <a:p>
            <a:r>
              <a:t>Require: boundary language vs 100× models; fuller zero-shot protocol disclosure; GPU resource appendix.</a:t>
            </a:r>
          </a:p>
          <a:p>
            <a:r>
              <a:t>Pressure-test via Empiricist LoRA/freeze/resolution on real clusters.</a:t>
            </a:r>
          </a:p>
          <a:p/>
          <a:p>
            <a:r>
              <a:t>Internal stance from DELIVERABLE §7.4 — you can soft-state lean accept without pretending journal finality.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CLOSE / Q&amp;A (3 min)</a:t>
            </a:r>
          </a:p>
          <a:p/>
          <a:p>
            <a:r>
              <a:t>Restate: base-not-chat claim is credible; Stage1 opacity + Table1 hygiene are the load-bearing critiques; the 10 asks are the contribution of this talk.</a:t>
            </a:r>
          </a:p>
          <a:p/>
          <a:p>
            <a:r>
              <a:t>Invite Q on: private mixture; matched baselines; whether robotics probes belong in a VLM transfer paper.</a:t>
            </a:r>
          </a:p>
          <a:p>
            <a:r>
              <a:t>Do NOT redo Stakeholder takeaways. Do NOT steal Empiricist experiment plan — point them at asks 4–7.</a:t>
            </a:r>
          </a:p>
          <a:p>
            <a:r>
              <a:t>Hand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weakne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ction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82880"/>
            <a:ext cx="777240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179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ECF8E"/>
                </a:solidFill>
                <a:latin typeface="Calibri"/>
              </a:rPr>
              <a:t>Paper cover / Fig. 1 context — open base 3B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82880"/>
            <a:ext cx="777240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179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ECF8E"/>
                </a:solidFill>
                <a:latin typeface="Calibri"/>
              </a:rPr>
              <a:t>Paper Table 1 region — self-vs-resolution duality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Reviewer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Base claim real · Stage1 opacity real · 10 asks are the gift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