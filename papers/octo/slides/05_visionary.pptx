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 → 2026 BEHAVIOR. Skip Discord/Drive entirely.</a:t>
            </a:r>
          </a:p>
          <a:p/>
          <a:p>
            <a:r>
              <a:t>Frame: Teach Octo / run π₀.₅/N1.7. Steal eval virtues. Durable idea = compositional tokenization + generative chunk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MAP — six bets. Walk clockwise.</a:t>
            </a:r>
          </a:p>
          <a:p>
            <a:r>
              <a:t>Teach/run · steal virtues · control defaults · durable idea · ablate · honesty.</a:t>
            </a:r>
          </a:p>
          <a:p>
            <a:r>
              <a:t>Do NOT invent Discord/Drive sources — pack + sibling quiet packs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placement.</a:t>
            </a:r>
          </a:p>
          <a:p>
            <a:r>
              <a:t>Octo is ancestor for ablation history (diffusion vs FM, adapters, mixture).</a:t>
            </a:r>
          </a:p>
          <a:p>
            <a:r>
              <a:t>Race for Oct 16 on π₀.₅ / N1.7 substrates, not WidowX zero-shot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2025 kept chunks + open ethos; replaced DDPM with FM+stages.</a:t>
            </a:r>
          </a:p>
          <a:p>
            <a:r>
              <a:t>Goal-image crutches do not transfer to multi-stage household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IDEA slide — compositional multi-robot tokens + generative chunk head.</a:t>
            </a:r>
          </a:p>
          <a:p>
            <a:r>
              <a:t>Family churns; open multi-embod. I/O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STEAL FT virtues from Octo.</a:t>
            </a:r>
          </a:p>
          <a:p>
            <a:r>
              <a:t>Shared finetune HPs; explicit new-obs/new-action tests; App. E negatives; consumer ~100-demo recipe as sanity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STEAL: control defaults — chunk + receding; backbone-once + light head; no TE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Octo’s holes at BEHAVIOR scale — wrist 27% / lang 56% / novel skill 5%.</a:t>
            </a:r>
          </a:p>
          <a:p>
            <a:r>
              <a:t>Don’t expect goal-image crutches on multi-stage household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MIXTURE &gt; romantic scale — Table II ladder 43→60→83. Maintain explicit mix card in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ALIGNMENT.</a:t>
            </a:r>
          </a:p>
          <a:p>
            <a:r>
              <a:t>Keep Octo (or successor open mix) in eval harness.</a:t>
            </a:r>
          </a:p>
          <a:p>
            <a:r>
              <a:t>Ship OpenPI π₀.₅ / GR00T-class models for BEHAVIOR’26.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Teach Octo lessons; run π₀.₅/N1.7 for Oct 16; no Discord/Drive.</a:t>
            </a:r>
          </a:p>
          <a:p>
            <a:r>
              <a:t>Q&amp;A: What to ablate (FM vs DDPM on same VLM); what not to retrain (full OXE TPU).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  <a:p>
            <a:r>
              <a:t>No Discord/Drive. Durable idea: compositional multi-robot tokenization + generative chunk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