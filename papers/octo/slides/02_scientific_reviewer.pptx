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seat 1 = Kanta (YOU) · HIGH PRIORITY · timing 8+3.</a:t>
            </a:r>
          </a:p>
          <a:p/>
          <a:p>
            <a:r>
              <a:t>ONE SENTENCE for the room:</a:t>
            </a:r>
          </a:p>
          <a:p>
            <a:r>
              <a:t>Octo is a strong RSS 2024 open systems paper — open OXE GRP + diffusion chunks + operationalizable FT — between ACT/DP and π₀/OpenVLA. Not 2026 winner weights; not BEHAVIOR drop-in.</a:t>
            </a:r>
          </a:p>
          <a:p/>
          <a:p>
            <a:r>
              <a:t>MUST DELIVER:</a:t>
            </a:r>
          </a:p>
          <a:p>
            <a:r>
              <a:t>• Steelman (open + compositional I/O + diffusion chunks + FT recipe)</a:t>
            </a:r>
          </a:p>
          <a:p>
            <a:r>
              <a:t>• ALL 12 actionable critiques (THE talk figure)</a:t>
            </a:r>
          </a:p>
          <a:p>
            <a:r>
              <a:t>• Reporting checklist: pair 72% / +29% / 83% / cite 5% novel skill</a:t>
            </a:r>
          </a:p>
          <a:p>
            <a:r>
              <a:t>• Citation guidance: open FT ancestor — NOT proof open≈RT-2-X or BEHAVIOR drop-in</a:t>
            </a:r>
          </a:p>
          <a:p>
            <a:r>
              <a:t>• Verdict: praise openness+FT; punish zero-shot overclaim + underspecified horizons</a:t>
            </a:r>
          </a:p>
          <a:p/>
          <a:p>
            <a:r>
              <a:t>GitHub title: [ECE 605] - Octo Making Scientific Reviewer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— 8 minutes. Do not overrun critiques.</a:t>
            </a:r>
          </a:p>
          <a:p/>
          <a:p>
            <a:r>
              <a:t>1) Steelman ~60s</a:t>
            </a:r>
          </a:p>
          <a:p>
            <a:r>
              <a:t>2) 12 critiques ~3.5 min — THE figure; say aloud</a:t>
            </a:r>
          </a:p>
          <a:p>
            <a:r>
              <a:t>3) Reporting checklist ~90s</a:t>
            </a:r>
          </a:p>
          <a:p>
            <a:r>
              <a:t>4) Cite guidance + verdict ~90s</a:t>
            </a:r>
          </a:p>
          <a:p>
            <a:r>
              <a:t>5) Q&amp;A 3 min — horizons, RT-2-X, TE</a:t>
            </a:r>
          </a:p>
          <a:p/>
          <a:p>
            <a:r>
              <a:t>Spine: open OXE GRP + diffusion chunks; underspecified horizons; NOT 2026 winner / NOT BEHAVIOR drop-in.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STEELMAN — what the paper actually delivers. Lead with praise so critiques land.</a:t>
            </a:r>
          </a:p>
          <a:p/>
          <a:p>
            <a:r>
              <a:t>1. First widely used fully open GRP stack at OXE scale (weights+train+loaders).</a:t>
            </a:r>
          </a:p>
          <a:p>
            <a:r>
              <a:t>2. Compositional I/O: block-wise attention + readout heads — long-term prior.</a:t>
            </a:r>
          </a:p>
          <a:p>
            <a:r>
              <a:t>3. Diffusion chunk head on ViT-first — correct ACT/DP import; Table II diffusion ≫ MSE/discrete.</a:t>
            </a:r>
          </a:p>
          <a:p>
            <a:r>
              <a:t>4. Standardized FT recipe (~100 demos, 50k, full update, hours on 24 GB) — rare honesty.</a:t>
            </a:r>
          </a:p>
          <a:p/>
          <a:p>
            <a:r>
              <a:t>Say: “Integrative + open systems novelty — not a single new module. Cite openness + FT API as primary artifact, not ‘beats RT-2-X’ alone.”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— ViT + frozen T5 + DDPM chunk head. Point once for shared vocabulary.</a:t>
            </a:r>
          </a:p>
          <a:p/>
          <a:p>
            <a:r>
              <a:t>• Task: T5-base frozen → 16 tokens OR goal image</a:t>
            </a:r>
          </a:p>
          <a:p>
            <a:r>
              <a:t>• Obs: CNN patches; H=2; block mask</a:t>
            </a:r>
          </a:p>
          <a:p>
            <a:r>
              <a:t>• Small 27M / Base 93M</a:t>
            </a:r>
          </a:p>
          <a:p>
            <a:r>
              <a:t>• Readout → 3-layer MLP DDPM ~20 steps → action chunk</a:t>
            </a:r>
          </a:p>
          <a:p>
            <a:r>
              <a:t>• Deploy: receding H_exec; TE not helpful (App. E); bimanual 64/12</a:t>
            </a:r>
          </a:p>
          <a:p>
            <a:r>
              <a:t>• Log commit_seconds = H_exec/Hz</a:t>
            </a:r>
          </a:p>
          <a:p/>
          <a:p>
            <a:r>
              <a:t>Underspecified horizons return in critiques #6.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bibliographic architecture crop. 20–30s glance if someone wants the paper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ACTIONABLE CRITIQUES — THE TALK FIGURE. Spend ~3.5 minutes. Say these aloud.</a:t>
            </a:r>
          </a:p>
          <a:p/>
          <a:p>
            <a:r>
              <a:t>1 Absolute “first” TENTATIVE — safer: first widely released open GRP + adapter FT on OXE-scale</a:t>
            </a:r>
          </a:p>
          <a:p>
            <a:r>
              <a:t>2 RT-2-X parity task-limited / mixed provenance — not Octo≈55B VLM</a:t>
            </a:r>
          </a:p>
          <a:p>
            <a:r>
              <a:t>3 Thin trials (~10 ZS / 20 FT) — demand CIs/seeds</a:t>
            </a:r>
          </a:p>
          <a:p>
            <a:r>
              <a:t>4 Scratch/VC-1 not fully matched to diffusion+chunks — part of 52pp may be objective</a:t>
            </a:r>
          </a:p>
          <a:p>
            <a:r>
              <a:t>5 VC-1 uses MSE MLP — unfair vs multimodal diffusion</a:t>
            </a:r>
          </a:p>
          <a:p>
            <a:r>
              <a:t>6 Chunk Tp/Ta underspecified (“several”); only bimanual 64/12 — mushy vs DP/π₀</a:t>
            </a:r>
          </a:p>
          <a:p>
            <a:r>
              <a:t>7 Manual data curation under-ablated (which datasets drive 43→83%)</a:t>
            </a:r>
          </a:p>
          <a:p>
            <a:r>
              <a:t>8 Frozen T5 + lang poverty; goals +25% = visual goals carry more bits</a:t>
            </a:r>
          </a:p>
          <a:p>
            <a:r>
              <a:t>9 Wrist weakness admitted (27% coverage) — undermines multi-cam marketing</a:t>
            </a:r>
          </a:p>
          <a:p>
            <a:r>
              <a:t>10 No mobile/nav — cross-embodiment ≠ universal FM</a:t>
            </a:r>
          </a:p>
          <a:p>
            <a:r>
              <a:t>11 93M vs 55B compute rhetoric ≠ equal representation</a:t>
            </a:r>
          </a:p>
          <a:p>
            <a:r>
              <a:t>12 Optimal demos only — no offline RL on suboptimal OXE</a:t>
            </a:r>
          </a:p>
          <a:p/>
          <a:p>
            <a:r>
              <a:t>High severity cluster: 3, 4–5, 6, 7,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CHECKLIST — pair every headline %.</a:t>
            </a:r>
          </a:p>
          <a:p/>
          <a:p>
            <a:r>
              <a:t>• 72% ↔ Table I + ~100 demos / 50k / A5000 / 20 trials/domain</a:t>
            </a:r>
          </a:p>
          <a:p>
            <a:r>
              <a:t>• +29% ↔ vs RT-1-X, selected lang, in-dist tasks</a:t>
            </a:r>
          </a:p>
          <a:p>
            <a:r>
              <a:t>• 83% ↔ WidowX / Octo-Small / 40 trials — not Base, not 9-robot</a:t>
            </a:r>
          </a:p>
          <a:p>
            <a:r>
              <a:t>• Cite 5% novel skill whenever someone says generalist zero-shot</a:t>
            </a:r>
          </a:p>
          <a:p/>
          <a:p>
            <a:r>
              <a:t>Also tattoo: 83/35/18 · 27M/93M · wrist 27% · lang 56%.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GENERALIZATION TABLE VII — anti-hype visual.</a:t>
            </a:r>
          </a:p>
          <a:p>
            <a:r>
              <a:t>In-dist 85% · novel objects 80% · novel env 40% · novel skill 5%.</a:t>
            </a:r>
          </a:p>
          <a:p>
            <a:r>
              <a:t>Say: “Objects transfer; environments degrade; skills near floor.”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UNDERSPECIFIED HORIZONS — motion FLAG shared with Empiricist.</a:t>
            </a:r>
          </a:p>
          <a:p>
            <a:r>
              <a:t>Octo: receding diffusion chunks; TE not helpful here — not “TE is dead globally.”</a:t>
            </a:r>
          </a:p>
          <a:p>
            <a:r>
              <a:t>Normalize by commit_seconds vs ACT/DP/π₀/BEHAVIOR.</a:t>
            </a:r>
          </a:p>
          <a:p>
            <a:r>
              <a:t>Demand (H_pred, H_exec, Hz, diff_steps) in every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CITATION GUIDANCE + VERDICT.</a:t>
            </a:r>
          </a:p>
          <a:p/>
          <a:p>
            <a:r>
              <a:t>USE: open FT ancestor / mixture case study / diffusion≻MSE evidence / bridge into π₀/OpenPI.</a:t>
            </a:r>
          </a:p>
          <a:p>
            <a:r>
              <a:t>AVOID: proof open≈RT-2-X; TE obsolete everywhere; any-robot FM; 2026 BEHAVIOR drop-in (prefer π₀.₅/N1.7).</a:t>
            </a:r>
          </a:p>
          <a:p/>
          <a:p>
            <a:r>
              <a:t>VERDICT: Strong RSS 2024 open systems paper between ACT/DP and π₀/OpenVLA.</a:t>
            </a:r>
          </a:p>
          <a:p>
            <a:r>
              <a:t>Praise openness+FT protocol; punish zero-shot overclaim and underspecified horizons.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 evidence crop — FT 72% headline with context already in checklist.</a:t>
            </a:r>
          </a:p>
          <a:p>
            <a:r>
              <a:t>Glance if challenged on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BOARD — diffusion 83 vs MSE 35 vs discrete 18; mix 43→60→83.</a:t>
            </a:r>
          </a:p>
          <a:p>
            <a:r>
              <a:t>Supports steelman #3 and critique #7.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CLOSE.</a:t>
            </a:r>
          </a:p>
          <a:p>
            <a:r>
              <a:t>• “Is Octo ≈ RT-2-X?” → Only on limited shared tasks; mixed provenance; not 55B parity.</a:t>
            </a:r>
          </a:p>
          <a:p>
            <a:r>
              <a:t>• “Is TE dead?” → Not globally; not helpful for Octo’s OXE FT settings.</a:t>
            </a:r>
          </a:p>
          <a:p>
            <a:r>
              <a:t>• “Use for BEHAVIOR?” → Ancestor / eval baseline; ship π₀.₅/N1.7.</a:t>
            </a:r>
          </a:p>
          <a:p>
            <a:r>
              <a:t>• “What’s underspecified?” → Chunk horizons in main text; demand commit_seconds.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paper cover for bibliography if asked.</a:t>
            </a:r>
          </a:p>
          <a:p>
            <a:r>
              <a:t>Octo: An Open-Source Generalist Robot Policy · arXiv 2405.12213 · RSS 2024.</a:t>
            </a:r>
          </a:p>
          <a:p>
            <a:r>
              <a:t>Site: octo-models.github.io · code: github.com/octo-models/octo.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eel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12_cri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porting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ation_gui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blation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