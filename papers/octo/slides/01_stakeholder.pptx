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3 · 18+3. No Stakeholder redo later — this is the durable briefing.</a:t>
            </a:r>
          </a:p>
          <a:p/>
          <a:p>
            <a:r>
              <a:t>You own: why Octo still matters as open FT ancestor / eval baseline, and why product stack ships π₀.₅/GR00T for BEHAVIOR.</a:t>
            </a:r>
          </a:p>
          <a:p/>
          <a:p>
            <a:r>
              <a:t>One-liner: Octo proved open cross-embodiment pretrain + cheap FT; π₀ proved you still need VLM scale + better generative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early — so leadership hears the placement.</a:t>
            </a:r>
          </a:p>
          <a:p>
            <a:r>
              <a:t>ACT∥DP → Octo → π₀/OpenVLA → OpenPI/BEHAVIOR.</a:t>
            </a:r>
          </a:p>
          <a:p>
            <a:r>
              <a:t>Octo = infrastructure history + eval baseline — not 2026 winner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CARDS — open usable GRP · cost model · NOT 2026 SOTA · strategic ask.</a:t>
            </a:r>
          </a:p>
          <a:p>
            <a:r>
              <a:t>Buy/build: keep Octo (or successor open OXE mix) in eval harness; invest product in OpenPI π₀.₅ / GR00T.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leadership remembers.</a:t>
            </a:r>
          </a:p>
          <a:p>
            <a:r>
              <a:t>800k demos / 25 OXE sets; open 27M/93M checkpoints; +29 pp ZS vs RT-1-X (caveated);</a:t>
            </a:r>
          </a:p>
          <a:p>
            <a:r>
              <a:t>72% FT avg @ ~100 demos; ~5 h A5000; 9 robots / 4 institutions.</a:t>
            </a:r>
          </a:p>
          <a:p>
            <a:r>
              <a:t>Say once; do not drown in ablations.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non-specialists.</a:t>
            </a:r>
          </a:p>
          <a:p>
            <a:r>
              <a:t>ViT backbone + frozen T5 + lightweight DDPM chunk head.</a:t>
            </a:r>
          </a:p>
          <a:p>
            <a:r>
              <a:t>Flexible adapters: new cameras, F/T, joint, bimanual heads without full re-init.</a:t>
            </a:r>
          </a:p>
          <a:p>
            <a:r>
              <a:t>Point: this is why FT is cheap and why Octo was usable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TEASER Fig.1.</a:t>
            </a:r>
          </a:p>
          <a:p>
            <a:r>
              <a:t>Flexible task (lang/goal) + obs + action spaces; 800k OXE; multi-robot OOB + efficient FT.</a:t>
            </a:r>
          </a:p>
          <a:p>
            <a:r>
              <a:t>Use as the product-visual for “what is Octo?”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FT RECIPE CARD — ~100 demos / 50k / full update / ~5h A5000 → 72%.</a:t>
            </a:r>
          </a:p>
          <a:p>
            <a:r>
              <a:t>This is the product-relevant claim: consumer-GPU finetune.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I crop — FT headline.</a:t>
            </a:r>
          </a:p>
          <a:p>
            <a:r>
              <a:t>72% avg vs scratch 20% / VC-1 15% under shared ~100-demo recipe.</a:t>
            </a:r>
          </a:p>
          <a:p>
            <a:r>
              <a:t>Always pair with ~100 demos / 50k / A5000 — never a bare 72%.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 ROBOT SETUPS — coverage story; not a unified benchmark protocol (Reviewer caveat).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ZERO-SHOT Fig.5.</a:t>
            </a:r>
          </a:p>
          <a:p>
            <a:r>
              <a:t>+29% vs open RT-1-X on selected lang tasks. RT-2-X “similar” is task-limited / mixed provenance.</a:t>
            </a:r>
          </a:p>
          <a:p>
            <a:r>
              <a:t>Do not let leadership hear “Octo ≈ 55B VLM.”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MIX pie Fig.3.</a:t>
            </a:r>
          </a:p>
          <a:p>
            <a:r>
              <a:t>25 curated OXE datasets; Fractal/Kuka/Bridge dominate; diversity reweighted.</a:t>
            </a:r>
          </a:p>
          <a:p>
            <a:r>
              <a:t>Mixture engineering may matter as much as architecture — keep mix cards in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ABLATIONS board.</a:t>
            </a:r>
          </a:p>
          <a:p>
            <a:r>
              <a:t>Diffusion 83% ≫ MSE 35% ≫ discrete 18%; mix width 43→60→83.</a:t>
            </a:r>
          </a:p>
          <a:p>
            <a:r>
              <a:t>Design lesson for future GRPs: generative chunk head + wide curated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placement for leadership.</a:t>
            </a:r>
          </a:p>
          <a:p>
            <a:r>
              <a:t>ACT∥DP → Octo → π₀/OpenVLA → OpenPI/π₀.₅ → BEHAVIOR’25–’26.</a:t>
            </a:r>
          </a:p>
          <a:p>
            <a:r>
              <a:t>Handoff: keep Octo in eval harness; ship π₀.₅/N1.7 for BEHAVIOR’26.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HORIZONS — control inheritance.</a:t>
            </a:r>
          </a:p>
          <a:p>
            <a:r>
              <a:t>Receding-horizon diffusion chunks; TE not Octo’s bet (App. E).</a:t>
            </a:r>
          </a:p>
          <a:p>
            <a:r>
              <a:t>Later stacks keep chunks, change generative family and commit dialect.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LIMITS — novel skill 5%; wrist 27%; lang 56%. Prevents selling Octo as household SOTA.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CITATION BOUNDARY for leadership.</a:t>
            </a:r>
          </a:p>
          <a:p>
            <a:r>
              <a:t>USE: open FT ancestor / eval baseline / mixture lessons.</a:t>
            </a:r>
          </a:p>
          <a:p>
            <a:r>
              <a:t>AVOID: 2026 BEHAVIOR drop-in weights; open≈RT-2-X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keep Octo in eval harness; ship π₀.₅/GR00T for Oct 16 BEHAVIOR push.</a:t>
            </a:r>
          </a:p>
          <a:p>
            <a:r>
              <a:t>Q&amp;A: cost of FT, why not Octo weights in 2026, what we steal (adapters, mix discipline).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paper cover / bibliography.</a:t>
            </a:r>
          </a:p>
          <a:p>
            <a:r>
              <a:t>Octo Model Team, arXiv 2405.12213, RSS 2024. HF rail-berkeley/octo-base|small.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t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tabl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e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_zero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blation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ation_gui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