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</a:t>
            </a:r>
          </a:p>
          <a:p/>
          <a:p>
            <a:r>
              <a:t>ONE SENTENCE:</a:t>
            </a:r>
          </a:p>
          <a:p>
            <a:r>
              <a:t>ACT∥DP → Octo (open OXE ViT+diffusion GRP + adapters) → OpenVLA/π₀ → OpenPI/π₀.₅/RTC → BEHAVIOR’25–’26.</a:t>
            </a:r>
          </a:p>
          <a:p/>
          <a:p>
            <a:r>
              <a:t>Pivot: open ViT + diffusion-chunk GRP on 800k OXE with block-wise adapters.</a:t>
            </a:r>
          </a:p>
          <a:p>
            <a:r>
              <a:t>Octo = infrastructure history + eval baseline, not 2026 winner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THE must-hit slide. Spend 90–120s.</a:t>
            </a:r>
          </a:p>
          <a:p>
            <a:r>
              <a:t>Priors → Octo → subsequent. CLEAR citations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sentence people leave with.</a:t>
            </a:r>
          </a:p>
          <a:p>
            <a:r>
              <a:t>ACT∥DP → Octo (open OXE GRP) → π₀/OpenVLA → OpenPI/BEHAVIOR.</a:t>
            </a:r>
          </a:p>
          <a:p>
            <a:r>
              <a:t>π₀ CLEAR-beats Octo-93M on hard dexterity with VLM+FM — Octo is bridge, not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PRIORS (spoken from notes): OXE/RT-X, DP, ACT, ViT, T5, DDPM, HER goals, RT-1/RoboCat, Bridge — all CLEAR.</a:t>
            </a:r>
          </a:p>
          <a:p>
            <a:r>
              <a:t>Novelty is selection, scale, openness, finetune API — not inventing diffusion or 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as historical artifact.</a:t>
            </a:r>
          </a:p>
          <a:p>
            <a:r>
              <a:t>Block-wise I/O + readout diffusion operationalized ACT/DP at OXE scale with open release.</a:t>
            </a:r>
          </a:p>
          <a:p>
            <a:r>
              <a:t>Component novelty low; systems + openness novelty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period diagram of the OXE-era open GRP.</a:t>
            </a:r>
          </a:p>
          <a:p>
            <a:r>
              <a:t>Point when asked “what did Octo look like?”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LINEAGE TABLE — ACT TE ∥ DP receding → Octo no-TE receding → π₀ FM → BEHAVIOR soft-inpaint.</a:t>
            </a:r>
          </a:p>
          <a:p>
            <a:r>
              <a:t>Chunking shared; execution dialects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MIX as historical craft — Fig.3.</a:t>
            </a:r>
          </a:p>
          <a:p>
            <a:r>
              <a:t>Manual curation; Reviewer #7: under-ablated which datasets drive gains.</a:t>
            </a:r>
          </a:p>
          <a:p>
            <a:r>
              <a:t>Mixture remains a first-class open problem into BEHAVIOR’26.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 SCOPE Fig.4 — multi-lab OXE-era culture.</a:t>
            </a:r>
          </a:p>
          <a:p>
            <a:r>
              <a:t>9 setups / 4 institutions: impressive coverage, not a unified protocol.</a:t>
            </a:r>
          </a:p>
          <a:p>
            <a:r>
              <a:t>Hand Reviewer the institutional-variance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 CLEAR comparison era — OpenVLA/π₀ supersede as VLM-scale; Octo remains open diffusion GRP ancestor.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SCALING Fig.6 — Tiny→Small→Base before the VLM jump.</a:t>
            </a:r>
          </a:p>
          <a:p>
            <a:r>
              <a:t>Capacity story of non-VLM GRPs; later π₀ changes the scale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LIMITS enter the history — novel skill 5% prevents overclaiming foundation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restate genealogy; Octo = bridge not destination.</a:t>
            </a:r>
          </a:p>
          <a:p>
            <a:r>
              <a:t>Q&amp;A: Did π₀ kill Octo? No — replaced weights, kept chunk+open ethos.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  <a:p>
            <a:r>
              <a:t>Genealogy one-liner CLEAR: ACT∥DP → Octo → OpenVLA/π₀ → OpenPI/π₀.₅/RTC → BEHAVIOR’25–’26.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eel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e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_zero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6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