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— 11+3. GPU-honest experiments; outlines only (no Slurm in quiet pack).</a:t>
            </a:r>
          </a:p>
          <a:p/>
          <a:p>
            <a:r>
              <a:t>Tattoo aloud: 800k/25; +29%; 72%; 83/35/18; 27M/93M; novel skill 5%.</a:t>
            </a:r>
          </a:p>
          <a:p>
            <a:r>
              <a:t>Pass bar: working open ckpt + Table II-aligned trends + one FT lift — not 9-robot parity.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 NUMBERS BOARD — say aloud before any run.</a:t>
            </a:r>
          </a:p>
          <a:p>
            <a:r>
              <a:t>800k/25; +29%; 72%; 83/35/18; 27M/93M; novel skill 5%.</a:t>
            </a:r>
          </a:p>
          <a:p>
            <a:r>
              <a:t>Also: wrist 27%; lang 56%; goals +25 pp vs lang on WidowX.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PRIORITY MATRIX — P0 dry infer + step/horizon grid; P0 Partial lang vs goal; P1 FT/adapters/mix; Defer TPU / 9-robot.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SMOKE GRIDS — {small|base} × {5|10|20} × {short|mid H_exec} × {lang|goal} then one FT-vs-scratch.</a:t>
            </a:r>
          </a:p>
          <a:p>
            <a:r>
              <a:t>Log commit_seconds. Never claim Table I 72% from Partial smoke.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checklist for implement.</a:t>
            </a:r>
          </a:p>
          <a:p>
            <a:r>
              <a:t>Tokenizers → ViT (27M/93M) → readout → 3-layer MLP DDPM (~20 steps).</a:t>
            </a:r>
          </a:p>
          <a:p>
            <a:r>
              <a:t>History H=2; block mask; FT add heads without backbone re-init.</a:t>
            </a:r>
          </a:p>
          <a:p>
            <a:r>
              <a:t>Pin H_pred/H_exec from configs when cloning.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FT RECIPE — paper default.</a:t>
            </a:r>
          </a:p>
          <a:p>
            <a:r>
              <a:t>~100 demos, 50k steps, cosine+warmup, full model update, ~5 h A5000 24 GB.</a:t>
            </a:r>
          </a:p>
          <a:p>
            <a:r>
              <a:t>Shared HPs across domains is the claim — match it before citing Table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HORIZONS — Empiricist ownership.</a:t>
            </a:r>
          </a:p>
          <a:p>
            <a:r>
              <a:t>Normalize vs ACT/DP/π₀ by commit_seconds = H_exec/Hz.</a:t>
            </a:r>
          </a:p>
          <a:p>
            <a:r>
              <a:t>TE not required for Octo; do not import ACT TE blindly.</a:t>
            </a:r>
          </a:p>
          <a:p>
            <a:r>
              <a:t>Always log (H_pred, H_exec, Hz, diff_steps, cond, seed).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ABLATION TARGETS — reproduce rank order: diffusion &gt; MSE &gt; discrete; mix width helps.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II paper crop — ablation targets.</a:t>
            </a:r>
          </a:p>
          <a:p>
            <a:r>
              <a:t>Reproduce rank order: diffusion &gt; MSE &gt; discrete; wider mix helps.</a:t>
            </a:r>
          </a:p>
          <a:p>
            <a:r>
              <a:t>WidowX Octo-Small aggregate — do not over-generalize to Base / 9 robots.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I — FT headline.</a:t>
            </a:r>
          </a:p>
          <a:p>
            <a:r>
              <a:t>Only claim 72%-class after matched recipe on YOUR domain.</a:t>
            </a:r>
          </a:p>
          <a:p>
            <a:r>
              <a:t>Partial single-domain smoke ≠ Table I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 / 5% — failure modes to expect.</a:t>
            </a:r>
          </a:p>
          <a:p>
            <a:r>
              <a:t>Novel skills near floor; wrist underuse; language weaker than goals.</a:t>
            </a:r>
          </a:p>
          <a:p>
            <a:r>
              <a:t>Falsifiers: MSE≈diffusion; scratch≈Octo FT; TE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2 — implement visual.</a:t>
            </a:r>
          </a:p>
          <a:p>
            <a:r>
              <a:t>Match token types, mask, readout, small diffusion head to code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tattoos + P0 grids + honesty Partial≠Table I.</a:t>
            </a:r>
          </a:p>
          <a:p>
            <a:r>
              <a:t>Env outlines: /workspace/octo-quiet/env_outline/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cover.</a:t>
            </a:r>
          </a:p>
          <a:p>
            <a:r>
              <a:t>Env outlines live at /workspace/octo-quiet/env_outline/ — quiet pack does not launch Slurm.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tto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empiricis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moke_gri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t_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oriz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blation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table_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table_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