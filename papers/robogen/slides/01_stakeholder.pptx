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1/14]</a:t>
            </a:r>
          </a:p>
          <a:p>
            <a:r>
              <a:t>Title. Product: LLM-orchestrated sim factory minting task–scene–reward–demo tuples. Tattoo 0.774/69 · 19/155 · 3.13 · 0.284 · Fig.5.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2/14]</a:t>
            </a:r>
          </a:p>
          <a:p>
            <a:r>
              <a:t>Who pays: labs needing novel skills without teleop; sim platforms; BEHAVIOR coverage. Non-consumers: certified real only; no sim/API; need sim2real today; GenSim-class pick-place.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3/14]</a:t>
            </a:r>
          </a:p>
          <a:p>
            <a:r>
              <a:t>Buy/build: (1) sim authoring bottleneck→RoboGen (2) real diversity→UMI/DROID/OXE + RoboGen prior (3) artic/soft/loco→RoboGen&gt;GenSim (4) always budget ~12% human audit.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4/14]</a:t>
            </a:r>
          </a:p>
          <a:p>
            <a:r>
              <a:t>Poles: RoboGen=sim factory; UMI=human+gripper; DROID=Franka wild; OXE=multi-lab real. Opposite poles.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5/14]</a:t>
            </a:r>
          </a:p>
          <a:p>
            <a:r>
              <a:t>Fig.2 pipeline A propose→B scene→C supervision (algo select)→D skill learn. Image-first.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6/14]</a:t>
            </a:r>
          </a:p>
          <a:p>
            <a:r>
              <a:t>Headline metrics: 0.774/69; manip 0.745; soft~0.886; loco~0.833; 19/155; Self-BLEU 0.284; 3.13; Fig.5.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7/14]</a:t>
            </a:r>
          </a:p>
          <a:p>
            <a:r>
              <a:t>MOTION DEEP DIVE: SAC RL vs BIT* MP vs Adam soft vs CEM loco. Long-horizon N=8 best-state handoff. Exam: competence=decomp+choose NOT E2E LLM policy.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8/14]</a:t>
            </a:r>
          </a:p>
          <a:p>
            <a:r>
              <a:t>Fig.6 substep hist: avg 3.13; ~1.5 RL + ~1.63 MP. Planning ≤10min; RL 2–3h; task 4–5h CPU.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9/14]</a:t>
            </a:r>
          </a:p>
          <a:p>
            <a:r>
              <a:t>Fig.5: RL-only collapses on 12 articulated — MP primitives critical. Hybrid is the product.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10/14]</a:t>
            </a:r>
          </a:p>
          <a:p>
            <a:r>
              <a:t>Table1 diversity: Self-BLEU 0.284 beats Behavior-100; Fig.1 collage breadth.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11/14]</a:t>
            </a:r>
          </a:p>
          <a:p>
            <a:r>
              <a:t>Budget human audit 19/155 (~12%): 13 scene + 6 reward. Verification before mix.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12/14]</a:t>
            </a:r>
          </a:p>
          <a:p>
            <a:r>
              <a:t>Risks: API drift; Genesis opacity; silent reward bugs; sim2real tax; verification scale; endless query $.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13/14]</a:t>
            </a:r>
          </a:p>
          <a:p>
            <a:r>
              <a:t>Tattoo card shared across decks.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[Stakeholder · 14+3 · 14/14]</a:t>
            </a:r>
          </a:p>
          <a:p>
            <a:r>
              <a:t>Close four takeaways + exam bite. Q&amp;A.</a:t>
            </a:r>
          </a:p>
          <a:p/>
          <a:p>
            <a:r>
              <a:t>Tattoo: success 0.774/69 · validity 19/155 fails · avg 3.13 substeps · Self-BLEU 0.284 (beats Behavior-100) · Fig.5 RL-only collapses · manip 0.745 / soft ~0.886 / loco ~0.833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2_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3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4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5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6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7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8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9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0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1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2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