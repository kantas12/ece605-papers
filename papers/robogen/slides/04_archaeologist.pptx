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[Archaeologist · 14+3 · 1/14]</a:t>
            </a:r>
          </a:p>
          <a:p>
            <a:r>
              <a:t>Title. Genealogy one-liner: Behavior authoring ∥ GenSim → RoboGen full-stack → synthetic opposite UMI/DROID.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[Archaeologist · 14+3 · 2/14]</a:t>
            </a:r>
          </a:p>
          <a:p>
            <a:r>
              <a:t>Lineage diagram: human suites + FM writers + GenSim paradigm → RoboGen; contrast real poles.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[Archaeologist · 14+3 · 3/14]</a:t>
            </a:r>
          </a:p>
          <a:p>
            <a:r>
              <a:t>Before: RLBench/MetaWorld/ManiSkill2/Behavior-100/1K authoring hunger.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[Archaeologist · 14+3 · 4/14]</a:t>
            </a:r>
          </a:p>
          <a:p>
            <a:r>
              <a:t>GenSim foil: tabletop code-gen vs RoboGen full-stack artic/soft/loco + MP. Prior soup Eureka/CaP/etc.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[Archaeologist · 14+3 · 5/14]</a:t>
            </a:r>
          </a:p>
          <a:p>
            <a:r>
              <a:t>Intellectual move = Fig.2 full-stack generative sim.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[Archaeologist · 14+3 · 6/14]</a:t>
            </a:r>
          </a:p>
          <a:p>
            <a:r>
              <a:t>CLEAR vs TENTATIVE discipline table. Packaged skill API / Genesis timing / BEHAVIOR’26 official = TENTATIVE.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[Archaeologist · 14+3 · 7/14]</a:t>
            </a:r>
          </a:p>
          <a:p>
            <a:r>
              <a:t>Opposite real poles UMI/DROID/OXE vs RoboGen sim factory — session genealogy CLEAR contrast.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[Archaeologist · 14+3 · 8/14]</a:t>
            </a:r>
          </a:p>
          <a:p>
            <a:r>
              <a:t>MOTION/SKILL-LIBRARY FLAG PRIMARY: BIT* CLEAR; N=8 CLEAR; Fig.5 CLEAR; 3.13 structure CLEAR; library product TENTATIVE.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[Archaeologist · 14+3 · 9/14]</a:t>
            </a:r>
          </a:p>
          <a:p>
            <a:r>
              <a:t>Evidence pair Fig.5+Fig.6. Exam bite: decomp+choose NOT E2E LLM policy.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[Archaeologist · 14+3 · 10/14]</a:t>
            </a:r>
          </a:p>
          <a:p>
            <a:r>
              <a:t>Fig.3 long-horizon qualitative decomp validity.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[Archaeologist · 14+3 · 11/14]</a:t>
            </a:r>
          </a:p>
          <a:p>
            <a:r>
              <a:t>Descendants: PyBullet repo CLEAR; Genesis timing TENTATIVE; don’t overclaim unique descent.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[Archaeologist · 14+3 · 12/14]</a:t>
            </a:r>
          </a:p>
          <a:p>
            <a:r>
              <a:t>Exam bite memorization card.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[Archaeologist · 14+3 · 13/14]</a:t>
            </a:r>
          </a:p>
          <a:p>
            <a:r>
              <a:t>Tattoo.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[Archaeologist · 14+3 · 14/14]</a:t>
            </a:r>
          </a:p>
          <a:p>
            <a:r>
              <a:t>Close takeaways + exam.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2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3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4_gen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5_m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6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7_p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8_motion_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9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10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11_descend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12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13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14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