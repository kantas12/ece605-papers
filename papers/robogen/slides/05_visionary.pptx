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1/14]</a:t>
            </a:r>
          </a:p>
          <a:p>
            <a:r>
              <a:t>Title. NO Discord/Drive. BEHAVIOR coverage engine; complement not replace real poles.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2/14]</a:t>
            </a:r>
          </a:p>
          <a:p>
            <a:r>
              <a:t>BEHAVIOR need→response table: coverage, long-horizon, artic MP+RL, soft, mix, verify.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3/14]</a:t>
            </a:r>
          </a:p>
          <a:p>
            <a:r>
              <a:t>Lineage to 2026: hand suites→real poles→RoboGen automate curriculum→schedule gen practice with verify+gap.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4/14]</a:t>
            </a:r>
          </a:p>
          <a:p>
            <a:r>
              <a:t>Steal pipeline not Genesis lock-in: propose→verify→hybrid-solve→export.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5/14]</a:t>
            </a:r>
          </a:p>
          <a:p>
            <a:r>
              <a:t>MOTION for BEHAVIOR: planner-first RL sparingly; export to π₀.₅/N1.7; Fig.5 lesson; 3.13 structure.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6/14]</a:t>
            </a:r>
          </a:p>
          <a:p>
            <a:r>
              <a:t>Follow-ups: VLM verifiers; Eureka; RLDS export; skill library package; measurable sim2real; open backends; mobile; active coverage.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7/14]</a:t>
            </a:r>
          </a:p>
          <a:p>
            <a:r>
              <a:t>New apps: appliance farms; soft kitchen; loco zoos; course curricula; hard-neg eval; gap filler.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8/14]</a:t>
            </a:r>
          </a:p>
          <a:p>
            <a:r>
              <a:t>Complement NOT replace UMI/DROID/OXE. Mix card + leave-synthetic-out ablation.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9/14]</a:t>
            </a:r>
          </a:p>
          <a:p>
            <a:r>
              <a:t>Gap proxy mandatory before infinite-data rhetoric. §5 warning.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10/14]</a:t>
            </a:r>
          </a:p>
          <a:p>
            <a:r>
              <a:t>Anti-patterns→fixes. Explicitly NO Discord/Drive as plan.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11/14]</a:t>
            </a:r>
          </a:p>
          <a:p>
            <a:r>
              <a:t>One narrative line for 2026.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12/14]</a:t>
            </a:r>
          </a:p>
          <a:p>
            <a:r>
              <a:t>Exam bite: coverage engine; MP+RL; export demos; gap; complement; NO Discord/Drive.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13/14]</a:t>
            </a:r>
          </a:p>
          <a:p>
            <a:r>
              <a:t>Tattoo.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[Visionary · 14+3 · 14/14]</a:t>
            </a:r>
          </a:p>
          <a:p>
            <a:r>
              <a:t>Close. NO Discord/Drive content in deck.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2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3_lineage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4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5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6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7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8_co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09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0_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1_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