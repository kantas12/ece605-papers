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[Empiricist · 14+3 · 1/14]</a:t>
            </a:r>
          </a:p>
          <a:p>
            <a:r>
              <a:t>Title. Scout=stage-isolated cards NOT full factory reproduction. Success bar DIRECTIONAL not 0.774 parity.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[Empiricist · 14+3 · 2/14]</a:t>
            </a:r>
          </a:p>
          <a:p>
            <a:r>
              <a:t>P0 cards: proposal N=20; verify Fig.4; algo Fig.5 hybrid vs RL-lite; gap proxy DR. Stage-isolated.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[Empiricist · 14+3 · 3/14]</a:t>
            </a:r>
          </a:p>
          <a:p>
            <a:r>
              <a:t>Hypotheses: H-algo MP≫RL-only; H-size verify dominates; H-object; H-proposal ≥70%; H-gap DR drop; H-coverage Self-BLEU.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[Empiricist · 14+3 · 4/14]</a:t>
            </a:r>
          </a:p>
          <a:p>
            <a:r>
              <a:t>Fig.4 verify card protocol — size verify dominates.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[Empiricist · 14+3 · 5/14]</a:t>
            </a:r>
          </a:p>
          <a:p>
            <a:r>
              <a:t>Fig.5 algo card — hybrid&gt;RL-lite on ONE articulated stub; not 12-task suite.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[Empiricist · 14+3 · 6/14]</a:t>
            </a:r>
          </a:p>
          <a:p>
            <a:r>
              <a:t>MOTION DEEP DIVE: SAC/BIT*/Adam/CEM knobs; N=8 handoff; 3.13/~1.5/~1.63. Log algo chosen + wall-clock.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[Empiricist · 14+3 · 7/14]</a:t>
            </a:r>
          </a:p>
          <a:p>
            <a:r>
              <a:t>Fig.6 measure hybrid product + wall-clock morals.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[Empiricist · 14+3 · 8/14]</a:t>
            </a:r>
          </a:p>
          <a:p>
            <a:r>
              <a:t>Hyperparams pin: SAC 1M/3e-4/[256]³ (cut for smoke); BIT* 0.03m; Adam 300/0.05; CEM 150/4; GPT T 0.8–1.0 / 0–0.3; k=10.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[Empiricist · 14+3 · 9/14]</a:t>
            </a:r>
          </a:p>
          <a:p>
            <a:r>
              <a:t>GPU honesty: proposal API$; verify 0–8GB; MP minutes; SAC-lite 1–4h; paper 1M CPU-heavy; full 106=N.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[Empiricist · 14+3 · 10/14]</a:t>
            </a:r>
          </a:p>
          <a:p>
            <a:r>
              <a:t>Success bar table: pass≥2 P0 with logs; never amortize 0.774 onto Partial stub.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[Empiricist · 14+3 · 11/14]</a:t>
            </a:r>
          </a:p>
          <a:p>
            <a:r>
              <a:t>Proposal stub + gap proxy detail; defer Genesis/1M×N/loco/Franka.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[Empiricist · 14+3 · 12/14]</a:t>
            </a:r>
          </a:p>
          <a:p>
            <a:r>
              <a:t>env_outline/ scripts outlines only — do NOT sbatch from quiet box.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[Empiricist · 14+3 · 13/14]</a:t>
            </a:r>
          </a:p>
          <a:p>
            <a:r>
              <a:t>Tattoo.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[Empiricist · 14+3 · 14/14]</a:t>
            </a:r>
          </a:p>
          <a:p>
            <a:r>
              <a:t>Close: P0 verify+algo; pin hparams; GPU honesty; exam decomp+choose.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2_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3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4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5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6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7_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8_h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9_g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0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1_smo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2_e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3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4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