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[Scientific Reviewer · 14+3 · 1/14]</a:t>
            </a:r>
          </a:p>
          <a:p>
            <a:r>
              <a:t>Title. Charge: accept strong systems/paradigm; do NOT upgrade to solved infinite robot data.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[Scientific Reviewer · 14+3 · 2/14]</a:t>
            </a:r>
          </a:p>
          <a:p>
            <a:r>
              <a:t>Four claims: C1 diversity Table1; C2 FM semantics not actions; C3 algo select/MP necessary; C4 valid enough for ~0.774.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[Scientific Reviewer · 14+3 · 3/14]</a:t>
            </a:r>
          </a:p>
          <a:p>
            <a:r>
              <a:t>What holds: Table1 multi-metric win; Fig.5 causal hybrid; honest failure appendix; scope&gt;GenSim.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[Scientific Reviewer · 14+3 · 4/14]</a:t>
            </a:r>
          </a:p>
          <a:p>
            <a:r>
              <a:t>Table1 deep: 0.284/0.165/0.193/0.762. Caveat Self-BLEU vanity; GenSim fairness=coverage not pure algo.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[Scientific Reviewer · 14+3 · 5/14]</a:t>
            </a:r>
          </a:p>
          <a:p>
            <a:r>
              <a:t>Fig.5 RL-only collapse — demand first-class vs LLM-policy papers.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[Scientific Reviewer · 14+3 · 6/14]</a:t>
            </a:r>
          </a:p>
          <a:p>
            <a:r>
              <a:t>Failure appendix 19/155 honest: 13 scene + 6 reward. Mitigations proposed future.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[Scientific Reviewer · 14+3 · 7/14]</a:t>
            </a:r>
          </a:p>
          <a:p>
            <a:r>
              <a:t>Soft1: human video SR; closed backends; finite vs endless rhetoric; verification stack churn.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[Scientific Reviewer · 14+3 · 8/14]</a:t>
            </a:r>
          </a:p>
          <a:p>
            <a:r>
              <a:t>Soft2: no sim2real; GenSim fairness; concurrent Eureka/Gen2Sim overlap; Fig.5 action-space confound.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[Scientific Reviewer · 14+3 · 9/14]</a:t>
            </a:r>
          </a:p>
          <a:p>
            <a:r>
              <a:t>Fig.4 size verify dominates BLIP-2; pin model IDs.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[Scientific Reviewer · 14+3 · 10/14]</a:t>
            </a:r>
          </a:p>
          <a:p>
            <a:r>
              <a:t>Modality discipline: LLMs for semantics NOT torques. Minimal human ≠ minimal $.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[Scientific Reviewer · 14+3 · 11/14]</a:t>
            </a:r>
          </a:p>
          <a:p>
            <a:r>
              <a:t>VERDICT: ACCEPT systems/paradigm. PUNISH infinite-data / BEHAVIOR-closed overclaim.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[Scientific Reviewer · 14+3 · 12/14]</a:t>
            </a:r>
          </a:p>
          <a:p>
            <a:r>
              <a:t>Exam bite card for midterm.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[Scientific Reviewer · 14+3 · 13/14]</a:t>
            </a:r>
          </a:p>
          <a:p>
            <a:r>
              <a:t>Tattoo.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[Scientific Reviewer · 14+3 · 14/14]</a:t>
            </a:r>
          </a:p>
          <a:p>
            <a:r>
              <a:t>Close takeaways + exam.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v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v_02_clai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v_03_hol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v_04_tabl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v_05_fi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v_06_fail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v_07_sof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v_08_sof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v_09_fi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v_10_mod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v_11_ver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v_12_ex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v_13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v_14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