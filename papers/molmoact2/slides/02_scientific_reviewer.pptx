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8+3. Tight timing. Cite hygiene + deltas.</a:t>
            </a:r>
          </a:p>
          <a:p/>
          <a:p>
            <a:r>
              <a:t>Verdict preview: credible systems paper; deltas = per-layer KV + adaptive depth; not a theorem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REMINDER — reviewers must police conflation.</a:t>
            </a:r>
          </a:p>
          <a:p>
            <a:r>
              <a:t>Think ≠ HL ≠ stage voting. FM motor shared.</a:t>
            </a:r>
          </a:p>
          <a:p>
            <a:r>
              <a:t>FALSE attributions kill credibility in club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 — evidence quality positives.</a:t>
            </a:r>
          </a:p>
          <a:p>
            <a:r>
              <a:t>Ablations, SE/CI tables, sim+real+OOD, trajectory quality, open release claim, App E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CAVEATS — threshold unablated; baseline fairness; GPT-5 mis-cite risk; ceilings; open-loop; Atom naming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CITATION HYGIENE TABLE — FALSE/CLEAR/TENTATIVE.</a:t>
            </a:r>
          </a:p>
          <a:p>
            <a:r>
              <a:t>Spend 45–60s. Prevents room cargo-culting HL/RTC onto Molmo.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ABLATIONS — scientific deltas with numbers.</a:t>
            </a:r>
          </a:p>
          <a:p>
            <a:r>
              <a:t>Per-layer KV 95.9 &gt; hidden 94.0. ER backbone +6 Long. Think gates → 98.10.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FIG.4 — architecture under review.</a:t>
            </a:r>
          </a:p>
          <a:p>
            <a:r>
              <a:t>Per-layer KV graft is the interface claim vs hidden-state experts.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11 CROP — conditioning ablation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 SLIDE.</a:t>
            </a:r>
          </a:p>
          <a:p>
            <a:r>
              <a:t>Credible systems paper advancing open ARM + FM interface.</a:t>
            </a:r>
          </a:p>
          <a:p>
            <a:r>
              <a:t>Not a theorem paper. Refuse FALSE attributions.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/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Think page for architecture 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hree_outer_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cav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alse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11_k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5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