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OPENING — all seats empty; still deliver full strategy pack. Timing 11+3.</a:t>
            </a:r>
          </a:p>
          <a:p/>
          <a:p>
            <a:r>
              <a:t>ONE SENTENCE:</a:t>
            </a:r>
          </a:p>
          <a:p>
            <a:r>
              <a:t>MolmoAct2 shows open ARMs can beat π₀.₅ on standard manip suites via embodied VLM + FAST→FM + adaptive depth System-2 — but 2025 BEHAVIOR was won by stage System-2 + control on π₀.₅. Hybridize for 2026.</a:t>
            </a:r>
          </a:p>
          <a:p/>
          <a:p>
            <a:r>
              <a:t>MUST SAY:</a:t>
            </a:r>
          </a:p>
          <a:p>
            <a:r>
              <a:t>• Keep FM low-level (discrete AR slower).</a:t>
            </a:r>
          </a:p>
          <a:p>
            <a:r>
              <a:t>• Choose S2 deliberately: semantic HL/stages vs depth ARM vs hybrid.</a:t>
            </a:r>
          </a:p>
          <a:p>
            <a:r>
              <a:t>• Open substrate when π gated; don’t assume OOTB wins BEHAVIOR without stage tracking + RTC.</a:t>
            </a:r>
          </a:p>
          <a:p>
            <a:r>
              <a:t>• RTC wrap on Molmo FM = high-leverage follow-on (TENTATIVE).</a:t>
            </a:r>
          </a:p>
          <a:p>
            <a:r>
              <a:t>• Skip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SPINE / ONE-LINER — deliver early.</a:t>
            </a:r>
          </a:p>
          <a:p/>
          <a:p>
            <a:r>
              <a:t>Open ARM: geometric System-2 (adaptive depth in Think) before per-layer-KV DiT FM expert — open alternative to closed π-series.</a:t>
            </a:r>
          </a:p>
          <a:p/>
          <a:p>
            <a:r>
              <a:t>Tattoo: LIBERO 97.2/Think 98.1; Spaces 37.7; DROID 87.1; 55.8/12.7 Hz.</a:t>
            </a:r>
          </a:p>
          <a:p>
            <a:r>
              <a:t>RTC absent — latency via FM cache + CUDA Graphs + Think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OUTER LOOPS — THE SPINE FIGURE. Spend 90–120s. Do NOT conflate.</a:t>
            </a:r>
          </a:p>
          <a:p/>
          <a:p>
            <a:r>
              <a:t>| Outer loop | What it is | What it is NOT |</a:t>
            </a:r>
          </a:p>
          <a:p>
            <a:r>
              <a:t>| MolmoAct2 Think | Adaptive depth/geometry codes (10×10) | π₀.₅ HL semantic subtask strings |</a:t>
            </a:r>
          </a:p>
          <a:p>
            <a:r>
              <a:t>| π₀.₅ HL | Semantic subtask language | Depth lattice |</a:t>
            </a:r>
          </a:p>
          <a:p>
            <a:r>
              <a:t>| BEHAVIOR’25 System-2 | Task-progress stage IDs + voting | Scene geometry |</a:t>
            </a:r>
          </a:p>
          <a:p/>
          <a:p>
            <a:r>
              <a:t>All three call FM chunk expert (System 1).</a:t>
            </a:r>
          </a:p>
          <a:p>
            <a:r>
              <a:t>FALSE: “has π₀.₅ HL” / “has RTC” / “has BEHAVIOR S2 voting.”</a:t>
            </a:r>
          </a:p>
          <a:p>
            <a:r>
              <a:t>TENTATIVE: BEHAVIOR may want depth + stage complementary.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 1–4 CARD — Visionary musts.</a:t>
            </a:r>
          </a:p>
          <a:p/>
          <a:p>
            <a:r>
              <a:t>1 Keep FM low-level — discrete AR 14 Hz vs continuous 56 Hz.</a:t>
            </a:r>
          </a:p>
          <a:p>
            <a:r>
              <a:t>2 Choose S2 deliberately — semantic vs depth vs hybrid.</a:t>
            </a:r>
          </a:p>
          <a:p>
            <a:r>
              <a:t>3 Open substrate when π gated — need stage tracking + RTC for BEHAVIOR.</a:t>
            </a:r>
          </a:p>
          <a:p>
            <a:r>
              <a:t>4 RTC wrap on Molmo FM = TENTATIVE high-leverage follow-on.</a:t>
            </a:r>
          </a:p>
          <a:p/>
          <a:p>
            <a:r>
              <a:t>Don’t cargo-cult open-loop on long-horizon household — prefer receding horizon (Comet).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S2 SYNTHESIS.</a:t>
            </a:r>
          </a:p>
          <a:p/>
          <a:p>
            <a:r>
              <a:t>Semantic/stages (π₀.₅ HL, BEHAVIOR voting) for task progress &amp; aliasing.</a:t>
            </a:r>
          </a:p>
          <a:p>
            <a:r>
              <a:t>Geometric ARM (Think) for contact-rich spatial grounding.</a:t>
            </a:r>
          </a:p>
          <a:p>
            <a:r>
              <a:t>Control: FM + receding horizon + RTC when delay bites.</a:t>
            </a:r>
          </a:p>
          <a:p/>
          <a:p>
            <a:r>
              <a:t>2026: keep challenge-proven hierarchy/control; trial Molmo geometric tokens where latency allows.</a:t>
            </a:r>
          </a:p>
          <a:p>
            <a:r>
              <a:t>Never confuse amortized chunk Hz with closed-loop competence.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L0/L1/L2 HIERARCHY.</a:t>
            </a:r>
          </a:p>
          <a:p/>
          <a:p>
            <a:r>
              <a:t>L0: SigLIP2+LLM → tokens + per-layer K/V</a:t>
            </a:r>
          </a:p>
          <a:p>
            <a:r>
              <a:t>L1 (opt Think): AR depth codes → expert KV</a:t>
            </a:r>
          </a:p>
          <a:p>
            <a:r>
              <a:t>L2 Motor: DiT FM H≈Hz N=10 Euler → continuous joints</a:t>
            </a:r>
          </a:p>
          <a:p/>
          <a:p>
            <a:r>
              <a:t>CLEAR vs π₀.₅: L1 is geometric depth lattice, not semantic subtask string.</a:t>
            </a:r>
          </a:p>
          <a:p>
            <a:r>
              <a:t>CLEAR vs BEHAVIOR: depth is scene geometry, not checklist stage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DEPTH DIAGRAM — geometric System-2.</a:t>
            </a:r>
          </a:p>
          <a:p/>
          <a:p>
            <a:r>
              <a:t>10×10 → 100 tokens; codes depth_0…127; regen if RGB cosine &lt;0.996; else cache.</a:t>
            </a:r>
          </a:p>
          <a:p>
            <a:r>
              <a:t>Optional per-layer depth gate → FM chunk.</a:t>
            </a:r>
          </a:p>
          <a:p>
            <a:r>
              <a:t>Latency tax: 12.7 vs 55.8 Hz. Quote Hz with every Think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CHECKLIST — bridge Empiricist.</a:t>
            </a:r>
          </a:p>
          <a:p/>
          <a:p>
            <a:r>
              <a:t>Prefer receding horizon for BEHAVIOR even if paper App E is open-loop.</a:t>
            </a:r>
          </a:p>
          <a:p>
            <a:r>
              <a:t>Pick ONE S2 ontology per ablation cell.</a:t>
            </a:r>
          </a:p>
          <a:p>
            <a:r>
              <a:t>RTC wrap = follow-on, not claimed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FIG.4 — core motion interface.</a:t>
            </a:r>
          </a:p>
          <a:p>
            <a:r>
              <a:t>VLM backbone + per-layer KV → DiT FM action expert.</a:t>
            </a:r>
          </a:p>
          <a:p>
            <a:r>
              <a:t>Point: continuous path is deploy default; discrete FAST is curriculum.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FIG.5 — Think adaptive depth pipeline.</a:t>
            </a:r>
          </a:p>
          <a:p>
            <a:r>
              <a:t>Reuse static cells; regenerate changed regions; then same FM expert.</a:t>
            </a:r>
          </a:p>
          <a:p>
            <a:r>
              <a:t>Visual proof Think ≠ HL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PARALLEL LINEAGES — Molmo ARM ∥ PI stack.</a:t>
            </a:r>
          </a:p>
          <a:p>
            <a:r>
              <a:t>Shared: FAST→FM curriculum + KI idea.</a:t>
            </a:r>
          </a:p>
          <a:p>
            <a:r>
              <a:t>Different: depth vs HL vs stages; RTC on PI side only.</a:t>
            </a:r>
          </a:p>
          <a:p>
            <a:r>
              <a:t>2025 medals came from stage S2 + control on π₀.₅, not depth CoT.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HZ / LATENCY — deploy reality.</a:t>
            </a:r>
          </a:p>
          <a:p>
            <a:r>
              <a:t>Act2 55.79 Hz vs Think 12.71 Hz with cache+Graphs.</a:t>
            </a:r>
          </a:p>
          <a:p>
            <a:r>
              <a:t>Discrete path much slower — keep FM.</a:t>
            </a:r>
          </a:p>
          <a:p>
            <a:r>
              <a:t>RTC absent.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/ Q&amp;A.</a:t>
            </a:r>
          </a:p>
          <a:p>
            <a:r>
              <a:t>2026: keep FM · choose S2 deliberately · hybrid stage+depth · RTC wrap TENTATIVE.</a:t>
            </a:r>
          </a:p>
          <a:p>
            <a:r>
              <a:t>Skip Discord/Drive.</a:t>
            </a:r>
          </a:p>
          <a:p>
            <a:r>
              <a:t>North-star: what intermediate discrete state before each FM chunk — and under the Hz budget?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full Fig.4 page for deep dive if room asks architecture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hree_outer_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b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brid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hink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rol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z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