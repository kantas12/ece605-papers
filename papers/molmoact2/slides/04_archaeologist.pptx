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OPENING — 11+3. Parallel Molmo vs PI lineages.</a:t>
            </a:r>
          </a:p>
          <a:p>
            <a:r>
              <a:t>What’s new: ER · YAM · per-layer KV · adaptive depth.</a:t>
            </a:r>
          </a:p>
          <a:p>
            <a:r>
              <a:t>NOT: HL · RTC · BEHAVIOR stage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— genealogy stress on three S2 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LINEAGES MUST-SLIDE.</a:t>
            </a:r>
          </a:p>
          <a:p>
            <a:r>
              <a:t>Molmo/Molmo2 → ER → MolmoAct → MolmoAct2 → Think</a:t>
            </a:r>
          </a:p>
          <a:p>
            <a:r>
              <a:t>∥ π₀ → FAST → π₀.₅ → KI → RTC → BEHAVIOR S2</a:t>
            </a:r>
          </a:p>
          <a:p>
            <a:r>
              <a:t>Bridge: shared FAST→FM + KI idea; different intermediates.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WHAT’S NEW vs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FALSE / CLEAR / TENTATIVE corrections — archaeology of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CURRICULUM ARCHAEOLOGY — hybrid FAST→FM like π₀.₅ structurally.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HIERARCHY — where Think sits relative to HL/stages historically.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DEPTH — evolution from dense MolmoAct depth CoT to adaptive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FIG.4 — architecture hinge (per-layer KV new vs many hidden-state experts).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FIG.5 — Think as adaptive successor to dense depth 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FIG.1 — product framing in lineage of “open generalist VLA”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RELATED-WORK PAGE CONTEXT — openness vs π closed; embodied CoT spatial not textual.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  <a:p>
            <a:r>
              <a:t>Molmo lineage ∥ PI lineage — shared curriculum, different S2 tokens.</a:t>
            </a:r>
          </a:p>
          <a:p>
            <a:r>
              <a:t>New: ER · YAM 720h · per-layer KV · adaptive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architecture full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hree_outer_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whats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als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urric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hink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7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