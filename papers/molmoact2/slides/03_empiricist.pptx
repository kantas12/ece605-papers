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OPENING — 11+3. Focus: Think on/off + Hz/latency.</a:t>
            </a:r>
          </a:p>
          <a:p>
            <a:r>
              <a:t>All seats empty — still ship full experiment plan. Env outlines only; no Slurm launched.</a:t>
            </a:r>
          </a:p>
          <a:p/>
          <a:p>
            <a:r>
              <a:t>Tattoo: LIBERO 97.2/98.1; Spaces 37.7; DROID 87.1; KV 95.9&gt;94.0; 55.79/12.71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pick ONE System-2 ontology per cell.</a:t>
            </a:r>
          </a:p>
          <a:p>
            <a:r>
              <a:t>Depth vs HL vs stage. Don’t mix labels 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H1–H5 HYPOTHESES.</a:t>
            </a:r>
          </a:p>
          <a:p>
            <a:r>
              <a:t>H1 Think&gt;flat on Long; H2 ordinal vs π₀.₅; H3 KV; H4 latency honesty; H5 S2 family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 MATRIX P0/P1.</a:t>
            </a:r>
          </a:p>
          <a:p>
            <a:r>
              <a:t>Minimal matrix: {molmoact2 | think | pi05} × {depth on|off} × LIBERO-Long.</a:t>
            </a:r>
          </a:p>
          <a:p>
            <a:r>
              <a:t>Defer full pretrain / 720h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HZ / LATENCY MUST-SLIDE.</a:t>
            </a:r>
          </a:p>
          <a:p>
            <a:r>
              <a:t>55.79 Act2 / 12.71 Think with cache+Graphs @ H=10 H100.</a:t>
            </a:r>
          </a:p>
          <a:p>
            <a:r>
              <a:t>Any deployable-reasoning claim must quote Hz. RTC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TATTOO — paper targets for ordinal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HONESTY.</a:t>
            </a:r>
          </a:p>
          <a:p>
            <a:r>
              <a:t>Log (policy, think/HL/stage, H, OL|RH, NFE, Hz, ms, GPU, VRAM).</a:t>
            </a:r>
          </a:p>
          <a:p>
            <a:r>
              <a:t>Paper 64-GPU pre/post out of scope. Use env_outline/.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CHECKLIST.</a:t>
            </a:r>
          </a:p>
          <a:p>
            <a:r>
              <a:t>Prefer RH for BEHAVIOR ports. One ontology per cell. Don’t treat Think as free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 TO REPLICATE DIRECTIONALLY (not absolute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FIG.8 — primary latency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8 LIBERO — suite numbers for P0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FIG.6 RoboEval — beyond binary SR (path/jerk/CT).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  <a:p>
            <a:r>
              <a:t>P0: Think vs flat × π₀.₅ proxy · always log Hz + ms/chunk.</a:t>
            </a:r>
          </a:p>
          <a:p>
            <a:r>
              <a:t>Env: /workspace/molmoact2-quiet/env_outline/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full Hz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ree_outer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xperime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z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pi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8_lib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27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