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OPENING — 18+3. All seats empty; still full pack. No redo later.</a:t>
            </a:r>
          </a:p>
          <a:p/>
          <a:p>
            <a:r>
              <a:t>Focus: Open ARM vs π opacity. Competitive KPIs. Cost ladder. Decision when π gated.</a:t>
            </a:r>
          </a:p>
          <a:p/>
          <a:p>
            <a:r>
              <a:t>ONE SENTENCE:</a:t>
            </a:r>
          </a:p>
          <a:p>
            <a:r>
              <a:t>Ai2’s fully open Action Reasoning Model — weights, code, 720 h bimanual data — competitive with π₀.₅ on paper protocols for labs that cannot access closed π stacks.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ONE-LINER.</a:t>
            </a:r>
          </a:p>
          <a:p>
            <a:r>
              <a:t>Open ARM: geometric System-2 before per-layer-KV DiT FM expert.</a:t>
            </a:r>
          </a:p>
          <a:p>
            <a:r>
              <a:t>Deployable open alternative to closed π-series.</a:t>
            </a:r>
          </a:p>
          <a:p>
            <a:r>
              <a:t>Tattoo numbers on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vs π OPACITY — core decision slide.</a:t>
            </a:r>
          </a:p>
          <a:p>
            <a:r>
              <a:t>MolmoAct2: weights/code/data; OOTB SO/Franka/YAM; open Think.</a:t>
            </a:r>
          </a:p>
          <a:p>
            <a:r>
              <a:t>π-series: gated frontier; strong but not freely fine-tunable for every lab.</a:t>
            </a:r>
          </a:p>
          <a:p>
            <a:r>
              <a:t>Program use: open FM-VLA+ARM baseline when π gated.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KPI TATTOO — say aloud.</a:t>
            </a:r>
          </a:p>
          <a:p>
            <a:r>
              <a:t>LIBERO 97.2 / Think 98.1 (π₀.₅ 96.9)</a:t>
            </a:r>
          </a:p>
          <a:p>
            <a:r>
              <a:t>MolmoSpaces 37.7 vs 34.5</a:t>
            </a:r>
          </a:p>
          <a:p>
            <a:r>
              <a:t>DROID OOD 87.1%</a:t>
            </a:r>
          </a:p>
          <a:p>
            <a:r>
              <a:t>SO 56.7 · YAM ~50% · ER 63.8% · Hz 55.8/12.7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OUTER LOOPS — stakeholders must not conflate either.</a:t>
            </a:r>
          </a:p>
          <a:p>
            <a:r>
              <a:t>Think = depth geometry. π₀.₅ HL = semantic. BEHAVIOR = stages.</a:t>
            </a:r>
          </a:p>
          <a:p>
            <a:r>
              <a:t>All call FM motor. We do NOT claim Molmo has HL/RTC/stage voting.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HIERARCHY L0/L1/L2 — motion interface for non-specialists.</a:t>
            </a:r>
          </a:p>
          <a:p>
            <a:r>
              <a:t>Optional Think geometric S2 → FM chunks. Same family as π₀/π₀.₅/DP chunking.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CURRICULUM — FAST→FM like π₀.₅ structurally.</a:t>
            </a:r>
          </a:p>
          <a:p>
            <a:r>
              <a:t>Pre 5760 GPU-h → Post 2304 → FT. Continuous path is deploy default.</a:t>
            </a:r>
          </a:p>
          <a:p>
            <a:r>
              <a:t>Budget note: paper-scale 64×H100 is aspirational; use released ckpts.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LATENCY STORY.</a:t>
            </a:r>
          </a:p>
          <a:p>
            <a:r>
              <a:t>Reasoning without hundreds of tokens every step — adaptive depth reuse.</a:t>
            </a:r>
          </a:p>
          <a:p>
            <a:r>
              <a:t>Still pays Hz tax: 12.7 vs 55.8. Product story: geometric grounding closer to real-time than dense prior.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HZ CHART — Fig.8 spirit.</a:t>
            </a:r>
          </a:p>
          <a:p>
            <a:r>
              <a:t>Cache + CUDA Graphs = 2.42× on flat path. Continuous &gt;&gt; discrete.</a:t>
            </a:r>
          </a:p>
          <a:p>
            <a:r>
              <a:t>RTC absent — systems story is intra-chunk, not async inpainting.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FIG.1 — product overview: data → KV/Think → OOTB + in-the-wild.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FIG.2 — open data breadth including 720 h YAM.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FIG.3 — BimanualYAM hardware. Reproducible medium-cost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FIG.4 — architecture money slide for stakeholders who want “how it works.”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FIG.7 — real YAM 8-task ~50% FT — in-the-wild deploy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— say honestly.</a:t>
            </a:r>
          </a:p>
          <a:p>
            <a:r>
              <a:t>Spatial OOD; Open articulations weak; OOTB mainly SO/Franka; open-loop chunks; LIBERO ceilings; 64-GPU story.</a:t>
            </a:r>
          </a:p>
          <a:p>
            <a:r>
              <a:t>Still strongest open ARM package on the table for Oct architecture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FALSE CLAIMS WALL — protect the brand in Q&amp;A.</a:t>
            </a:r>
          </a:p>
          <a:p>
            <a:r>
              <a:t>We do not claim HL, RTC, or BEHAVIOR voting. We claim open depth ARM + FM.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</a:t>
            </a:r>
          </a:p>
          <a:p>
            <a:r>
              <a:t>Open ARM substrate when π gated — competitive on paper protocols.</a:t>
            </a:r>
          </a:p>
          <a:p>
            <a:r>
              <a:t>Watch Spatial OOD + Open articulations. Prefer released ckpts over retrain.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 / title page for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kpi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hree_outer_lo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urricu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hink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z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alse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