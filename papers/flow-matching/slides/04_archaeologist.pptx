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ARCHAEOLOGIST OPENING — seat 5. Timing 11+3.</a:t>
            </a:r>
          </a:p>
          <a:p/>
          <a:p>
            <a:r>
              <a:t>You own the intellectual history:</a:t>
            </a:r>
          </a:p>
          <a:p>
            <a:r>
              <a:t>CNF/Neural ODE → sim-free attempts → diffusion/score → ★ FM/CFM (+ Rectified Flow) → DP action DDPM → π₀ (CLEAR Lipman cite) → OpenPI/π₀.₅ → BEHAVIOR correlated FM.</a:t>
            </a:r>
          </a:p>
          <a:p/>
          <a:p>
            <a:r>
              <a:t>NOTE: DP likely does NOT cite Lipman. Say that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BANNER — timeline is your densest figure.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LINEAGE TIMELINE — walk every node. Emphasize:</a:t>
            </a:r>
          </a:p>
          <a:p>
            <a:r>
              <a:t>• FM/CFM ★ 2022 with concurrent Rectified Flow</a:t>
            </a:r>
          </a:p>
          <a:p>
            <a:r>
              <a:t>• DP 2023 = action DDPM — likely NO Lipman cite</a:t>
            </a:r>
          </a:p>
          <a:p>
            <a:r>
              <a:t>• π₀ CLEAR Lipman cite</a:t>
            </a:r>
          </a:p>
          <a:p>
            <a:r>
              <a:t>• BEHAVIOR specializes FM (Σ, N=15, soft inpaint)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ONE-LINER SPINE — how the club will remember the through-line.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CFM CARD — what FM contributed vs prior CNF simulation training.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OT vs CURVED — why OT path design became the default for action experts.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FIGS 2–3 — primary historical evidence of the OT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FM→BEHAVIOR MAP — subsequent history: what changed after π₀ adopted FM.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DON’T OVERCLAIM on lineage — concurrent Rectified Flow; DP≠FM; BEHAVIOR tricks ≠ Lipman.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COVER — origin artifact. Meta AI / Weizmann; arXiv Oct 2022 / v2 Feb 2023.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VISIONARY ARC as history-forward — optional bridge to seat 1. Habit persisted (chunks); denoiser became 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— Habit persisted (chunks). Denoiser became flow. Cite Lipman for FM; Chi for DP; don’t conflate.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itle_archaeolog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1/12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anner_arch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line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oneli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cfm_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ot_vs_curv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fig2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fm_behavior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dont_overcla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visionary_ar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lose_archaeolog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12/12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