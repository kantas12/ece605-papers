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OPENING — seat 1 = Kanta (YOU). Timing 11+3. HIGHEST PRIORITY deck.</a:t>
            </a:r>
          </a:p>
          <a:p/>
          <a:p>
            <a:r>
              <a:t>You own the future-facing reading of Lipman’22 for robot stacks.</a:t>
            </a:r>
          </a:p>
          <a:p/>
          <a:p>
            <a:r>
              <a:t>ONE SENTENCE for the room:</a:t>
            </a:r>
          </a:p>
          <a:p>
            <a:r>
              <a:t>Lipman’22 = pick a path, regress the VF → DP showed generative action chunks → π₀/OpenPI put OT-CFM in the VLM action expert → BEHAVIOR’25 kept it and fixed correlated noise, multi-sample CFM, soft inpaint → next wins = path design for action statistics, not another ImageNet U-Net.</a:t>
            </a:r>
          </a:p>
          <a:p/>
          <a:p>
            <a:r>
              <a:t>Skip Discord/Drive. No Stakeholder redo — this is your lane.</a:t>
            </a:r>
          </a:p>
          <a:p/>
          <a:p>
            <a:r>
              <a:t>Must land: (1) Internalize four facts (2) FM→BEHAVIOR map (3) 6 follow-ups as THE talk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ARC — deliver early (60–75s). This is the one-slide narrative from KANTA_PACK.</a:t>
            </a:r>
          </a:p>
          <a:p/>
          <a:p>
            <a:r>
              <a:t>Walk left→right:</a:t>
            </a:r>
          </a:p>
          <a:p>
            <a:r>
              <a:t>1) Lipman’22 pick path, regress VF</a:t>
            </a:r>
          </a:p>
          <a:p>
            <a:r>
              <a:t>2) DP generative action chunks (conceptual bridge; likely NO Lipman cite)</a:t>
            </a:r>
          </a:p>
          <a:p>
            <a:r>
              <a:t>3) π₀/OpenPI OT-CFM in VLM action expert (CLEAR Lipman cite)</a:t>
            </a:r>
          </a:p>
          <a:p>
            <a:r>
              <a:t>4) BEHAVIOR’25 Σ · N=15 · soft inpaint</a:t>
            </a:r>
          </a:p>
          <a:p>
            <a:r>
              <a:t>5) Next = path design for action stats</a:t>
            </a:r>
          </a:p>
          <a:p/>
          <a:p>
            <a:r>
              <a:t>Internalize strip at bottom — say the four facts aloud if time is tight later.</a:t>
            </a:r>
          </a:p>
          <a:p>
            <a:r>
              <a:t>Don’t-overclaim bar: DP≠FM; Σ/N=15≠Lipman; IN FID≠robot KPI.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INTERNALIZE — four facts from THIS paper. Spend ~90s. These are non-negotiable literacy for OpenPI work.</a:t>
            </a:r>
          </a:p>
          <a:p/>
          <a:p>
            <a:r>
              <a:t>1) OpenPI loss = CFM, NOT score matching.</a:t>
            </a:r>
          </a:p>
          <a:p>
            <a:r>
              <a:t>2) OT target ≈ a − ε along a_t = (1−t)ε + t a (constant direction).</a:t>
            </a:r>
          </a:p>
          <a:p>
            <a:r>
              <a:t>3) Straight paths ⇒ fewer NFEs ≈ permission for ~10 Euler steps (Table 1 / Fig 7).</a:t>
            </a:r>
          </a:p>
          <a:p>
            <a:r>
              <a:t>4) Diffusion ⊂ FM — VE/VP are special cases. “Back to DDPM” needs a reason.</a:t>
            </a:r>
          </a:p>
          <a:p/>
          <a:p>
            <a:r>
              <a:t>Bottom: new apps are AFTER the paper — don’t confuse with Lipman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CFM OBJECTIVE CARD — technical spine. 45–60s.</a:t>
            </a:r>
          </a:p>
          <a:p/>
          <a:p>
            <a:r>
              <a:t>Left: intractable marginal FM.</a:t>
            </a:r>
          </a:p>
          <a:p>
            <a:r>
              <a:t>Right: CFM — same gradients (Thm 2).</a:t>
            </a:r>
          </a:p>
          <a:p>
            <a:r>
              <a:t>Bottom: OT-CFM recipe exactly as OpenPI / π₀ action experts use it.</a:t>
            </a:r>
          </a:p>
          <a:p/>
          <a:p>
            <a:r>
              <a:t>Say: “We never need the marginal VF. We regress the conditional field. OT makes the target almost constant-direction.”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 vs CURVED — visual intuition for why NFE drops. Point at straight lines.</a:t>
            </a:r>
          </a:p>
          <a:p/>
          <a:p>
            <a:r>
              <a:t>Diffusion: overshoot, backtracking, time-varying score.</a:t>
            </a:r>
          </a:p>
          <a:p>
            <a:r>
              <a:t>OT: straight, ~constant speed, target ≈ a−ε.</a:t>
            </a:r>
          </a:p>
          <a:p/>
          <a:p>
            <a:r>
              <a:t>Tie to robot Hz: every saved NFE is latency headroom in the action expert.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FIGS 2–3 — primary evidence. Glance and point.</a:t>
            </a:r>
          </a:p>
          <a:p/>
          <a:p>
            <a:r>
              <a:t>Fig 2: OT conditional VF has constant direction in time — easier to learn.</a:t>
            </a:r>
          </a:p>
          <a:p>
            <a:r>
              <a:t>Fig 3: OT trajectories are straight; diffusion overshoots.</a:t>
            </a:r>
          </a:p>
          <a:p/>
          <a:p>
            <a:r>
              <a:t>Eq 23 is the loss OpenPI implements (up to action-space conditioning).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 — THE map is next. Signal to the room this is a must-photograph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 → BEHAVIOR MAP — densest Visionary figure. Spend 2 minutes. Photograph-worthy.</a:t>
            </a:r>
          </a:p>
          <a:p/>
          <a:p>
            <a:r>
              <a:t>Four rows Lipman/π₀ default → BEHAVIOR’25:</a:t>
            </a:r>
          </a:p>
          <a:p>
            <a:r>
              <a:t>1) Noise: isotropic → correlated ε ~ N(0, 0.5 I + 0.5 Σ)</a:t>
            </a:r>
          </a:p>
          <a:p>
            <a:r>
              <a:t>2) CFM MC: single → N=15</a:t>
            </a:r>
          </a:p>
          <a:p>
            <a:r>
              <a:t>3) Inference: ODE 0→1 → soft inpaint early t (keep4 / exec26)</a:t>
            </a:r>
          </a:p>
          <a:p>
            <a:r>
              <a:t>4) Budget: low NFE → predict30/exec26 + 1.3× compress</a:t>
            </a:r>
          </a:p>
          <a:p/>
          <a:p>
            <a:r>
              <a:t>Say aloud: “BEHAVIOR did not replace FM. It specialized the path and the inference for robot action statistics.”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 — 6 follow-ups is THE talk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FOLLOW-UPS — THE talk figure for Visionary. Champion these for 2026 BEHAVIOR / OpenPI.</a:t>
            </a:r>
          </a:p>
          <a:p/>
          <a:p>
            <a:r>
              <a:t>1. Theory: CFM with full SPD Σ_t (closed-form u) — publishable</a:t>
            </a:r>
          </a:p>
          <a:p>
            <a:r>
              <a:t>2. OT vs VP vs DDPM ablation inside OpenPI (freeze VLM)</a:t>
            </a:r>
          </a:p>
          <a:p>
            <a:r>
              <a:t>3. Adaptive NFE / early-exit flow</a:t>
            </a:r>
          </a:p>
          <a:p>
            <a:r>
              <a:t>4. Measure π₀ trajectory curvature; try reflow if curved</a:t>
            </a:r>
          </a:p>
          <a:p>
            <a:r>
              <a:t>5. Action-chunk NLL via change-of-variables as health metric</a:t>
            </a:r>
          </a:p>
          <a:p>
            <a:r>
              <a:t>6. Per-embodiment Σ paths in one FM expert</a:t>
            </a:r>
          </a:p>
          <a:p/>
          <a:p>
            <a:r>
              <a:t>Do NOT turn this into Discord/Drive logistics. Stay technical.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APPS — brief. Contact-rich soft schedules; multi-sample test-time; FAST+FM gated by likelihood; sim-to-real as second path.</a:t>
            </a:r>
          </a:p>
          <a:p/>
          <a:p>
            <a:r>
              <a:t>Still true: next wins = path design for action statistics — not ImageNet U-Net bake-offs.</a:t>
            </a:r>
          </a:p>
          <a:p>
            <a:r>
              <a:t>Measure NFE–success Pareto under identical VLA encoders.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DON’T OVERCLAIM — 45s. Protect credibility.</a:t>
            </a:r>
          </a:p>
          <a:p/>
          <a:p>
            <a:r>
              <a:t>DP ≠ FM. Σ/N=15 ≠ Lipman. IN FID ≠ robot KPI. Conditional OT ≠ marginal W₂ OT. Cite Rectified Flow concurrency.</a:t>
            </a:r>
          </a:p>
          <a:p/>
          <a:p>
            <a:r>
              <a:t>If someone conflates BEHAVIOR tricks with Lipman’22, correct gently with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4 — checkerboard + low-NFE evidence (Empiricist will go deeper). For Visionary: visual proof that OT introduces structure earlier and survives low NFE.</a:t>
            </a:r>
          </a:p>
          <a:p/>
          <a:p>
            <a:r>
              <a:t>Optional if time-pressed — skip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/ Q&amp;A — Visionary.</a:t>
            </a:r>
          </a:p>
          <a:p>
            <a:r>
              <a:t>Leave them with: Next wins = path design for action statistics.</a:t>
            </a:r>
          </a:p>
          <a:p>
            <a:r>
              <a:t>Offer the 6 follow-ups as a menu for lab projects.</a:t>
            </a:r>
          </a:p>
          <a:p>
            <a:r>
              <a:t>No Discord/Drive. No Stakeholder redo.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internal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fm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t_vs_cu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_visiona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m_behavi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_visionary_follow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ix_follow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ew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ont_over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