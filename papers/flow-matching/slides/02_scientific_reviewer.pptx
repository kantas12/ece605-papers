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OPENING — seat 3. Timing 8+3 (tight).</a:t>
            </a:r>
          </a:p>
          <a:p/>
          <a:p>
            <a:r>
              <a:t>Job: strengths that hold + actionable cite hygiene. No robotics cheerleading without caveats.</a:t>
            </a:r>
          </a:p>
          <a:p>
            <a:r>
              <a:t>Checklist: toy OT-CFM; confirm π₀ path=OT not VP; separate “FM&gt;SM same U-Net” from “FM solves robot multimodality.”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60–75s. Unbiased CFM grads; unifies diffusion; OT principled; multi-metric gains; off-the-shelf 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CFM CARD — point at Thm 2 as the theoretical backbone that makes the method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HYGIENE — densest Reviewer slide. Hit all six: EDM, CIFAR FID, IN-128 gate, robotics not in paper, FID≠accuracy, Rectified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— what the room must do before citing this paper for robotics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TABLE 1 — read carefully. FM-OT wins under matched U-Nets. Gate cross-paper SOTA brags (CIFAR arch not CIFAR-optimized; IN-128 compute asymmetry).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 vs CURVED — principled, but remind: conditional OT ≠ claim that marginal VF is W₂-optimal (authors admit).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 — robotics transfer is post-hoc. DP≠FM. Concurrent Rectified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FIGS 2–3 — evidence quality is high for path geometry claims; keep ImageNet SOTA claims 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Strengths hold; gate the brags; cite concurrency. Leave checklist on screen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f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hygi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vs_cu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