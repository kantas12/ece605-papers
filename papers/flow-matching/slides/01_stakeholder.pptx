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OPENING — seat 4. Timing 18+3.</a:t>
            </a:r>
          </a:p>
          <a:p/>
          <a:p>
            <a:r>
              <a:t>You sell WHY this paper matters for robot stacks — not the ImageNet tables.</a:t>
            </a:r>
          </a:p>
          <a:p/>
          <a:p>
            <a:r>
              <a:t>ROI is downstream: π₀ / OpenPI / BEHAVIOR. Required literacy for flow-head work; pair with DP + π₀.</a:t>
            </a:r>
          </a:p>
          <a:p/>
          <a:p>
            <a:r>
              <a:t>One-liner: FM = pick a path, regress the VF; OT makes paths straighter/faster → DP showed generative chunks → π₀ puts OT-CFM in the VLM action head → BEHAVIOR fixes noise/inference for robot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/ SPINE — spend 60s. Make the room memorize the chain.</a:t>
            </a:r>
          </a:p>
          <a:p>
            <a:r>
              <a:t>FM → OT → DP → π₀ → BEHAVIOR. Moral: path design for action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FM FOR ROBOT STACKS — four cards. Scalable recipe, better metrics, fewer steps (Hz), stack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 HIGHLIGHT — straight vs curved. This is the business reason OT matters: latency / NFE.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CFM CARD — lightweight tech for stakeholders. “Regress a vector field on a chosen path; OT is the path we want.”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COVER — ImageNet-128 samples. Prestige slide; don’t dwell on FID numbers. Transition: “the ROI for us is not this table — it’s the action head.”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flavor — if present. Headline: FM-OT best NLL/FID/NFE under matched U-Nets. Caveat lightly (Reviewer owns hygiene).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DOWNSTREAM ROI CHAIN — densest Stakeholder slide. What Lipman gives → DP → π₀/OpenPI → BEHAVIOR → what you should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FM→BEHAVIOR MAP — show Stakeholder how the foundation got specialized for robot stats without replacing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NFE COMPARISON — latency = money on robots. OT wins low-step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— short. CNF→FM→DP→π₀→BEHAVIOR. Staffing implication: hire people who understand path design, not just U-Net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 — protect the ask. Don’t sell IN FID as robot KPI. Don’t equate BEHAVIOR tricks with Lipman.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7 area — sampling efficiency evidence for the low-NFE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SAMPLES backup — ImageNet-128 qualitative. Optional if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Fund literacy + downstream path/Σ work — not ImageNet bake-offs. Pair reading: DP + π₀ + this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vs_cu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f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m_behav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f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samples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