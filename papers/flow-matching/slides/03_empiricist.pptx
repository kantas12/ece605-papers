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OPENING — seat 2. Timing 11+3.</a:t>
            </a:r>
          </a:p>
          <a:p/>
          <a:p>
            <a:r>
              <a:t>You own H1–H4 and the P0 toy plan. Budget: 1×GPU hours–1 day for P0.</a:t>
            </a:r>
          </a:p>
          <a:p>
            <a:r>
              <a:t>Env outline: /workspace/flow-matching-quiet/env_outline/</a:t>
            </a:r>
          </a:p>
          <a:p>
            <a:r>
              <a:t>Do NOT attempt paper ImageNet-128.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H1–H4 + priority matrix. Speak falsifiers from notes:</a:t>
            </a:r>
          </a:p>
          <a:p>
            <a:r>
              <a:t>OT worse FID at high NFE; OT unstable near t→1 without σ_min; cond FM collapses vs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CFM OBJECTIVE — implement outline: sample_xt + target_ut for ot/vp; L=‖v−u‖²; SM baseline on 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 vs CURVED — what you expect to see in 2D trajectory plots (Fig 3 analogue).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— NFE sweep is your key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NFE COMPARISON FIGURE — schematic of H1. Report actual FID/MMD vs NFE ∈ {4…100} with Euler/midpoint/RK4.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4 — gold-standard visual for OT vs VP vs SM on checkerboard + low NFE. Reproduce spirit at toy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7 — MSE-to-high-NFE and FID vs cost. Target: OT needs ~60% NFEs of diffusion for same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BUDGET — honesty table. 2D minutes; CIFAR-lite 0.5–2 days; IN-128 OUT OF SCOPE. Log device + max_memory_allocated.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H4 bridge — action-chunk OT-CFM vs DP toy. Same backbone width; compare success vs steps. Full OpenPI fine-tunes out of quiet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OVERCLAIM on results — FID sample count honesty; never “GPU run” for CPU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toys first. NFE–quality Pareto under matched nets. Env outlines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f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vs_cu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empiricist_n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f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oy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m_behavi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ont_over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