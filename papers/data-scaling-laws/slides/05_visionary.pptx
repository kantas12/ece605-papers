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→2026 BEHAVIOR; 32×50 unit; NO Discord/Drive. 20k mapping TENTATIVE; recipe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 need/floor/meter/complement (DROID+UMI).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Floor 32×50 CLEAR; multi-obj only helps small M; K&gt;50 only for harder dex/LH.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~20k TENTATIVE: naive 200/task fails; (a) share priors π₀.₅ (b) concentrate hard (c)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Follow-ups: ACT/π/VLA heads; task+lang axis; RL atop IL; M_robot; verify 1191; hard-skill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Collector GUI: refuse K&gt;50 until new pair; diversity cards; hard-skill override; SKU 32-pair packs.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Apps: eval harness; sim expand pairs; per-env QA; ViT budget; mix manifests; skill-pack SKU.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Anti: deepen easy; mean-only; MSE gate; silent head swap; OXE-replacement myth; no Discord/Drive lore.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 literacy: choose head+refit; ACT TE; hor16; obs2–3; diversity card; blind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Map: OXE=who DROID=where Lin=how much UMI=collect π₀.₅=prior BEHAVIOR=progress.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Exam: BEHAVIOR treat 32×50 as single-skill unit; cover + shared prior; don’t deepen easy; GUI force new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2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3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4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5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6_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7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8_a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9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