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Kaplan idea → robot IL env/object laws; not OXE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Lineage: Kaplan→UMI→DP+ACT TE→Lin’25→OXE/DROID contrast→Octo/OpenVLA/π₀/BEHAVIOR.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Intellectual move: tokens→M/N/pairs; more-demos→diversity+K50; foundation→single-task ZS; vibes→fitted laws+recipe.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CLEAR/TENTATIVE table: Kaplan method CLEAR exponents TENTATIVE; Chinchilla not fitted; UMI/DP/ACT/OXE/DROID CLEAR; Octo related stops before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inheritance: UMI collect; DP measured; ACT TE smoothing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poles table: this paper / OXE / DROID / UMI / Octo — different X and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OXE replacement: Lin’25 = per-skill meter; OXE=width; DROID=scene protocol; UMI=bandwidth.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Sticky numbers: diversity≫depth; 32×50; α; K50; ViT≻U-Net; frozen fail; &gt;40k/&gt;15k; 1191.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Kaplan-method hinge: same ritual different X/Y.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+ keep diversity budget/K50/blind/nested/ViT FT; − discard demo-X/MSE-ship/mean-only/silent head-swap/1191-as-fact.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Exam: LLM scaling idea → robot IL env/object laws; UMI; not OXE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2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3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4_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5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6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7_notox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8_st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9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0_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