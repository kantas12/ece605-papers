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Title. Product one-liner: ~32 varied scenes/objects × ~50 demos ≈1.6k/skill → ~90% ZS. Opposite “just more demos.”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Who pays: data ops/fleet (scene churn); BEHAVIOR teams (per-skill floor under ~20k TENTATIVE); foundation labs; hardware startups. Non-consumers: dex multi-minute, multi-robot OXE, lang-VLA laws.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Recipe 32×50: 1 obj/env; K≈50 plateau; Tab.1 85–92.5%; 4 collectors × afternoon for 2 new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Decision: WRONG=10k same kitchen; RIGHT=32×50; CHECK=per-env QA (Tab.12 env#2=40%).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Table1 SR: Pour 85 / Mouse 92.5 / Fold 87.5 / Unplug 90. Staged scores; blind eval; &gt;15k rollouts expensive.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Fig.5: power-law gap vs M/N/pairs; α≈−0.47…−0.84; Mouse 0.99→1191 unverified.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Risks: env variance 40%; real eval cost; UMI SLAM limits; dexterity ceiling K&gt;50; DP-only; 75h/8×A800.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Motion product: DP + ACT TE @5Hz; hor 16; obs 2–3; wrist RGB UMI→Franka.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Poles: this paper env×obj; OXE robots; DROID scenes; UMI interface — pick affordable axis.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Spine 1–5 reminder: diversity≫depth; 32×50; opposite more-demos; Tab.1/ViT/U-Net/frozen; DP+ACT 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Tattoo numbers shared.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Exam: budget diversity pairs not depth; 32×50 efficient frontier; reallocate to scene churn; env-stratify QA.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four takeaways.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_01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_02_wh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_03_reci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_04_deci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_05_tabl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_06_fig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_07_ris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_08_mo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_09_po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_10_sp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_11_tatto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_12_ex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_13_clo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