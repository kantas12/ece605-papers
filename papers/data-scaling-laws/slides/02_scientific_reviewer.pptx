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Strong empirical systems — not universal Chinchilla. Cite Fig.5+recipe+Tab.1; caveat §7.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Claim: single-task IL ZS any same-cat object/env; power laws on M/N/pairs; diversity≫K past 50. &gt;40k/&gt;15k; 4 tasks; DP+UMI.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Strengths: real &gt;15k blind rollouts; clean env×obj OOD; actionable recipe; honest MSE; falsifiable 1191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Fig.5 evidence: six panels |r|0.942–0.991; demo axis fails; 6-point no Y∞.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Tab.1: SR 85–92.5% across 4 tasks under 32×50.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Weak1: 4 tasks; 6-point fits; DP+UMI confound; human scoring + batch incomparability.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Weak2: no task/lang axis; UMI selection bias; per-env variance 40%; single embodiment.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vs TENTATIVE: cite diversity/recipe/Fig.5/Tab.1/Tab.2; punish Chinchilla/multi-task/1191-as-fact/ACT-equal.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 Accept landmark systems; punish universal Chinchilla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probes: nested design; final ckpt; demo-fraction holes; capacity split; App.G.2 should be main-text.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Exam: cite Fig.5+recipe+Tab.1; caveat §7; not universal Chinchilla.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2_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3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4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5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6_wea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7_wea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8_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9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0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1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2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