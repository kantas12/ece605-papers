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— 8+3.</a:t>
            </a:r>
          </a:p>
          <a:p>
            <a:r>
              <a:t>Mission: strengths, caveats, verdict. Not superseding FM.</a:t>
            </a:r>
          </a:p>
          <a:p>
            <a:r>
              <a:t>Novelty = adaptation recipe, not new VLM backbone.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TAXONOMY reminder — OFT is FT recipe; do not license supersede FM.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STRENGTHS — factorial decode×rep×objective; throughput+latency; FiLM ablation; L1≈diffusion cheaper; open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CAVEATS — LoRA OFT vs full-FT π₀; 97.1 needs extras; pot ~50%; L1 multimodal undertested; ms vs seconds; pretrain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SIGNATURE TABLE — what claim actually holds scientifically.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/ DO NOT CITE — Reviewer framing for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FIG.2 — controlled design axes supporting factorial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LIBERO detail — Long cell more interesting than saturated Spatial.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VERDICT — better OpenVLA FT default; does NOT license OFT supersedes FM.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caveats.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str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cave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ignatur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it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ibero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cave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