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11+3.</a:t>
            </a:r>
          </a:p>
          <a:p>
            <a:r>
              <a:t>Own: signature dump + K∈{1,4,8} sweep; P0/P1/Defer; GPU honesty.</a:t>
            </a:r>
          </a:p>
          <a:p>
            <a:r>
              <a:t>Env: /workspace/openvla-oft-quiet/env_outline/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DUMP P0 — assert R^{K×D} continuous vs 7 bin ids before any SR.</a:t>
            </a:r>
          </a:p>
          <a:p>
            <a:r>
              <a:t>Expect ≥20× actions/s (paper 26×).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TABLE — axes to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K-SWEEP Cont-L1 — K∈{1,4,8}. Paper default K=8 LIBERO; K=25 ALOHA.</a:t>
            </a:r>
          </a:p>
          <a:p>
            <a:r>
              <a:t>Log (sig, K, D, Hz, latency_s, commit_s, VRAM, …).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MATRIX — P0 Y dry infer; P1 Partial LIBERO scout; Defer 8×80GB / real ALOHA.</a:t>
            </a:r>
          </a:p>
          <a:p>
            <a:r>
              <a:t>Budget P0 &lt;1 GPU-h; scout 16–40.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H-sig … H-film — falsifiers in DELIVERABLE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OFT RECIPE — implement checklist for finetune.py use_l1_regression=True.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NUMBERS — what Partial scout must NOT claim as paper 97.1.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/ cost honesty for scout vs paper 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— design axes you ablate.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LIBERO suites Fig.3 — Spatial scout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P0 signature+Hz is the bar; Partial Spatial direction; Defer paper-scale.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K-sweep.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nature_du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natur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ft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oar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st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