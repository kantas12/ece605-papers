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— 11+3 → 2026 BEHAVIOR.</a:t>
            </a:r>
          </a:p>
          <a:p>
            <a:r>
              <a:t>OFT = corrective hygiene for OpenVLA stacks. Primary substrate remains π₀.₅/OpenPI.</a:t>
            </a:r>
          </a:p>
          <a:p>
            <a:r>
              <a:t>Keep OFT in harness as open AR-family control.</a:t>
            </a:r>
          </a:p>
          <a:p>
            <a:r>
              <a:t>SKIP Discord/Drive logistics per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HARNESS vs DEPLOY — primary message.</a:t>
            </a:r>
          </a:p>
          <a:p>
            <a:r>
              <a:t>Adopt OFT morals (parallel continuous chunks, measure Hz, FiLM when multi-view), not OFT weights as entrant.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TAXONOMY — position OFT beside FAST and FM for 2026 portfolio.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GENEALOGY → BEHAVIOR dual baselines (π₀.₅ &amp; GR00T N1.7-class).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ONE-LINER — OFT turns 4 Hz AR into parallel continuous chunk policy; beside FAST and π₀.₅, not OpenPI replacement.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 TREE — BEHAVIOR primary prefers OpenPI; keep OFT as open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RISKS — myth of 97% LIBERO as BEHAVIOR-ready; L1 multimodal; FiLM tax.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SIGNATURE SHIFT moral — what to steal into FM stacks.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FIG.1 — real bimanual at 25 Hz as existence proof for large VLM continuous chunks.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CITE hygiene for Visionary pitches.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BOARD — π₀ still 291 Hz; OFT is FT evidence not household champion.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— harness OFT; deploy π₀.₅/OpenPI; skip Discord/Drive; 97% ≠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harness.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taxonomy.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visio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visionary_har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gene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onel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decision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i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ignature_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ite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board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visio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visionary_har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