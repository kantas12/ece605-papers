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OPENING — seat 3 · WEIGHT 3 · Timing 18+3. DENSEST DECK. BUILD FIRST. NO REDO LATER.</a:t>
            </a:r>
          </a:p>
          <a:p/>
          <a:p>
            <a:r>
              <a:t>You own: buy/build decision — when to adopt OpenVLA-OFT vs π₀.₅/OpenPI vs FAST.</a:t>
            </a:r>
          </a:p>
          <a:p/>
          <a:p>
            <a:r>
              <a:t>ONE-LINER (say first 30s):</a:t>
            </a:r>
          </a:p>
          <a:p>
            <a:r>
              <a:t>OFT = speed+success FT patch making OpenVLA viable at 25–50 Hz (26–43× throughput, LIBERO 97.1%) — modernize OpenVLA ops, don’t substitute for π₀.₅ on BEHAVIOR.</a:t>
            </a:r>
          </a:p>
          <a:p/>
          <a:p>
            <a:r>
              <a:t>OFT = FT recipe, not a new foundation model. Not FAST. Not FM.</a:t>
            </a:r>
          </a:p>
          <a:p/>
          <a:p>
            <a:r>
              <a:t>GitHub title: [ECE 605] - OpenVLA-OFT Making Stakeholder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SLIDE — room should leave with this sentence.</a:t>
            </a:r>
          </a:p>
          <a:p>
            <a:r>
              <a:t>Three boxes: OFT=FT recipe · Not FAST · Not FM/π₀.₅.</a:t>
            </a:r>
          </a:p>
          <a:p>
            <a:r>
              <a:t>arXiv 2502.19645 · openvla-oft.github.io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OFT ≠ FAST ≠ FM. Club spine. Say aloud before numbers.</a:t>
            </a:r>
          </a:p>
          <a:p/>
          <a:p>
            <a:r>
              <a:t>OFT = parallel continuous L1 FT recipe on OpenVLA.</a:t>
            </a:r>
          </a:p>
          <a:p>
            <a:r>
              <a:t>FAST = DCT→BPE discrete tokenizer (still AR).</a:t>
            </a:r>
          </a:p>
          <a:p>
            <a:r>
              <a:t>π₀/π₀.₅ = FM continuous deploy (OpenPI).</a:t>
            </a:r>
          </a:p>
          <a:p/>
          <a:p>
            <a:r>
              <a:t>If someone says “OFT replaced π₀,” correct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SIGNATURE TABLE — CLEAR comparison.</a:t>
            </a:r>
          </a:p>
          <a:p/>
          <a:p>
            <a:r>
              <a:t>| | Vanilla | OFT |</a:t>
            </a:r>
          </a:p>
          <a:p>
            <a:r>
              <a:t>| Decode | Serial AR discrete bins | Parallel continuous |</a:t>
            </a:r>
          </a:p>
          <a:p>
            <a:r>
              <a:t>| Chunk | K=1 | K=8 / 25 |</a:t>
            </a:r>
          </a:p>
          <a:p>
            <a:r>
              <a:t>| Head | 256-bin CE | Continuous MLP + L1 |</a:t>
            </a:r>
          </a:p>
          <a:p>
            <a:r>
              <a:t>| Hz | ~4.2 | ~109.7 (26×); ALOHA 77.9 (43×) |</a:t>
            </a:r>
          </a:p>
          <a:p>
            <a:r>
              <a:t>| LIBERO SR | 76.5% | 97.1% (π₀ 94.2%) |</a:t>
            </a:r>
          </a:p>
          <a:p/>
          <a:p>
            <a:r>
              <a:t>OFT+ = FiLM for multi-view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SHIFT DIAGRAM — visual of AR→parallel continuous.</a:t>
            </a:r>
          </a:p>
          <a:p>
            <a:r>
              <a:t>Vanilla: 7 AR bins @ ~4 Hz. OFT: R^{K×D} @ ~110 Hz.</a:t>
            </a:r>
          </a:p>
          <a:p>
            <a:r>
              <a:t>Siblings: FAST still AR; π₀/DP/ACT continuous experts; OFT+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OFT RECIPE 1–6 — memorize.</a:t>
            </a:r>
          </a:p>
          <a:p/>
          <a:p>
            <a:r>
              <a:t>1 Parallel decoding (bidirectional attn over empty action embeds)</a:t>
            </a:r>
          </a:p>
          <a:p>
            <a:r>
              <a:t>2 Action chunking K=8/25</a:t>
            </a:r>
          </a:p>
          <a:p>
            <a:r>
              <a:t>3 Continuous MLP head</a:t>
            </a:r>
          </a:p>
          <a:p>
            <a:r>
              <a:t>4 L1 on [-1,1]</a:t>
            </a:r>
          </a:p>
          <a:p>
            <a:r>
              <a:t>5 LoRA r=32; optional wrist+proprio</a:t>
            </a:r>
          </a:p>
          <a:p>
            <a:r>
              <a:t>6 OFT+: FiLM on both vision towers</a:t>
            </a:r>
          </a:p>
          <a:p/>
          <a:p>
            <a:r>
              <a:t>Spend 90s walking the six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TABLE Hz/SR — tattoo these numbers.</a:t>
            </a:r>
          </a:p>
          <a:p/>
          <a:p>
            <a:r>
              <a:t>LIBERO: SR 76.5→97.1; Hz 4.2→109.7 (26×)</a:t>
            </a:r>
          </a:p>
          <a:p>
            <a:r>
              <a:t>ALOHA: Hz 1.8→77.9 (43×); π₀ still 291 Hz</a:t>
            </a:r>
          </a:p>
          <a:p>
            <a:r>
              <a:t>scoop 100 vs π₀ 93.3; pot 51 vs 42</a:t>
            </a:r>
          </a:p>
          <a:p>
            <a:r>
              <a:t>Latency tables: ~0.073 s LIBERO; 0.321 s ALOHA (prefer Table II/III over abstract 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— HIGH PRIORITY Stakeholder slide.</a:t>
            </a:r>
          </a:p>
          <a:p/>
          <a:p>
            <a:r>
              <a:t>Choose OFT when: Prismatic/HF/LoRA; simple L1; LIBERO-style; 7B AR ablations.</a:t>
            </a:r>
          </a:p>
          <a:p>
            <a:r>
              <a:t>Choose π₀.₅ when: OpenPI standardized; long-horizon; 2026 BEHAVIOR primary.</a:t>
            </a:r>
          </a:p>
          <a:p>
            <a:r>
              <a:t>Choose FAST when: tokenizer-only AR fix (different lever).</a:t>
            </a:r>
          </a:p>
          <a:p/>
          <a:p>
            <a:r>
              <a:t>Do NOT pitch OFT as beats π₀.₅ for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 — three lines for leadership.</a:t>
            </a:r>
          </a:p>
          <a:p/>
          <a:p>
            <a:r>
              <a:t>1 OpenVLA/HF/LoRA + high Hz → OFT mandatory</a:t>
            </a:r>
          </a:p>
          <a:p>
            <a:r>
              <a:t>2 Max wall-clock + OpenPI/JAX → π₀/π₀.₅</a:t>
            </a:r>
          </a:p>
          <a:p>
            <a:r>
              <a:t>3 Tokenizer-only AR → FAST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LIST — honesty for 2026.</a:t>
            </a:r>
          </a:p>
          <a:p/>
          <a:p>
            <a:r>
              <a:t>1 Fine-tuning 2024 OXE AR ≠ 2025 FM generalist</a:t>
            </a:r>
          </a:p>
          <a:p>
            <a:r>
              <a:t>2 L1 unimodality</a:t>
            </a:r>
          </a:p>
          <a:p>
            <a:r>
              <a:t>3 FiLM tax +456M</a:t>
            </a:r>
          </a:p>
          <a:p>
            <a:r>
              <a:t>4 ALOHA latency 0.321 vs π₀ 0.086</a:t>
            </a:r>
          </a:p>
          <a:p>
            <a:r>
              <a:t>5 97% LIBERO ≠ BEHAVIOR-ready</a:t>
            </a:r>
          </a:p>
          <a:p>
            <a:r>
              <a:t>6 pot ~51%</a:t>
            </a:r>
          </a:p>
          <a:p>
            <a:r>
              <a:t>7 Dual-stack cost</a:t>
            </a:r>
          </a:p>
          <a:p>
            <a:r>
              <a:t>8 FAST≠OFT confusion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LIBERO Table I detail — Long cell is the interesting win (94.5 vs π₀ 85.2).</a:t>
            </a:r>
          </a:p>
          <a:p>
            <a:r>
              <a:t>Headline 97.1 needs wrist+proprio+filtered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ALOHA board — scoop 100 vs π₀ 93.3; pot 51 vs 42.</a:t>
            </a:r>
          </a:p>
          <a:p>
            <a:r>
              <a:t>Without FiLM language → chance. Up to +15 pp absolute avg completion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/ GPU — 8×80GB; 1–2 days LIBERO; demos as low as 20–45 for fold/scoop.</a:t>
            </a:r>
          </a:p>
          <a:p>
            <a:r>
              <a:t>Trainable 279M / 853M. Scout Partial 16–40 GPU-h.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FOR / DO NOT CITE FOR — keep marketing honest.</a:t>
            </a:r>
          </a:p>
          <a:p>
            <a:r>
              <a:t>Cite FT recipe + signature shift. Do not cite as BEHAVIOR SOTA or FM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COVER — title/authors/abstract context.</a:t>
            </a:r>
          </a:p>
          <a:p>
            <a:r>
              <a:t>Fine-Tuning VLAs: Optimizing Speed and Success · Kim, Finn, Liang.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OFT+ on ALOHA @ 25 Hz. Parallel chunk + multi-view + FiLM.</a:t>
            </a:r>
          </a:p>
          <a:p>
            <a:r>
              <a:t>Point at empty action embeddings → K=25 continuous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— design space visual: AR vs parallel; discrete CE vs continuous L1/diffusion.</a:t>
            </a:r>
          </a:p>
          <a:p>
            <a:r>
              <a:t>This is the recipe axes Stakeholders should recognize.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CROP — architecture detail if room wants zoom.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vs DEPLOY glance — OFT modernizes OpenVLA ops; π₀.₅ remains BEHAVIOR primary.</a:t>
            </a:r>
          </a:p>
          <a:p>
            <a:r>
              <a:t>Bridge to Visionary without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OFT modernizes OpenVLA @ 25–50 Hz. Do not substitute for π₀.₅ on BEHAVIOR.</a:t>
            </a:r>
          </a:p>
          <a:p>
            <a:r>
              <a:t>Decision: OFT / π₀.₅ / FAST by stack + horizon + Hz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decision tree again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board numbers if challenged mid-Q&amp;A.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natur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o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ule_of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bero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loha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s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oar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