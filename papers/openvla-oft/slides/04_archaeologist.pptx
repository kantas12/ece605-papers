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11+3.</a:t>
            </a:r>
          </a:p>
          <a:p>
            <a:r>
              <a:t>Mission: OFT ∥ FAST ∥ FM forks; ACT chunk+L1 ancestry; do not collapse names.</a:t>
            </a:r>
          </a:p>
          <a:p>
            <a:r>
              <a:t>CLEAR: OFT is FT recipe / output-signature upgrade — not new FM, not π₀.₅ replace.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three named forks. Spend time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RT-2 → OpenVLA → OFT ∥ FAST ∥ π₀/π₀.₅.</a:t>
            </a:r>
          </a:p>
          <a:p>
            <a:r>
              <a:t>ACT supplies chunk+L1 ancestry into 7B VLA 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SHIFT — what OFT changes vs vanilla (CLEAR from §IV–V / App.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RECIPE ingredients as historical deltas vs OpenVLA AR bins.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TABLE — axis-by-axis lineage contrast incl. FAST sibling.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design space — paper’s own framing of the fork.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— OFT+ instantiation on ALOHA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DECODE CROP — visual of AR vs bidirectional.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table — what lineage claim is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— where OFT sits numerically vs π₀ / vanilla on this paper’s benches.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parallel forks; do not collapse OFT/FAST/FM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genealogy.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ft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oar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