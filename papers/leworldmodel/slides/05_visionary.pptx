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NO Discord/Drive. Local WM module TENTATIVE. Pair with 2-AC + π₀.₅.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 honesty: winners = π₀.₅+FM+SigLIP; LeWM = shared CEM interface as local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module TENTATIVE beside VLA — not whole stack. Zero in-paper BEHAVIOR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TENTATIVE: (A) LeWM imagination + π₀.₅/FM; (B) 2.1 state + LeWM-sized SIGReg pred.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Fig.8 VoE as safety monitor for slips / unexpected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Hierarchical for multi-room — paper admits short H=5.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Follow-ups six items — BEHAVIOR Hz, image-goal CEM, VoE safety, hierarchy, distill 2.1, adaptive SIGReg.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Apps: rearrange MPC; offline what-if; physics alarms; teaching artifact; edge; subgoal scorer.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Anti-patterns: invent SR; replace 2-AC; whole-stack pitch; Discord plans; hide TwoRoom; confuse recipes.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tattoo: fast stable teachable JEPA-WM brick; pair with 2-AC + π₀.₅.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 — local brick not whole stack; label TENTATIVE.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2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3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4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5_v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6_h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7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8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9_a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0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1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2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