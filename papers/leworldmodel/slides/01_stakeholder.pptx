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Stakeholder empty seat filled. Buy companion after I-JEPA+2-AC for stability/latency. Spine 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Arc: buy → taxonomy → 0.98s hook → risks → decision → placement →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buy reasons: completes JEPA arc; student pain killer; 0.98s systems hook; Fig.2 map; open Alg.3.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taxonomy — E2E vs foundation-freeze vs generative/reward. Teach the three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hook: 0.98s vs 47s; fixed-FLOP 90 vs 13. Lead systems, then qualify sim-only.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Alg.3 teachable: encode → predict AdaLN → MSE+λ SIGReg → no EMA/SG → CEM H=5 → 15M.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Risks: sim-only; TwoRoom/Cube; short H=5; action labels; Empiricist weight 3; “first”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 honesty: Push-T win; disclose TwoRoom behind and Cube trails DINO.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REQUIRED companion for stability/latency after I-JEPA+2-AC; OPTIONAL if Meta-only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Syllabus placement: SIBLING module to Meta chain — not descendant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bite: teachable companion closes JEPA arc; disclose sim-only/TwoRoom/H=5.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numbers 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takeaways. Do not replace 2-AC robotics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3_b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4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5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6_a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7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8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9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0_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1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