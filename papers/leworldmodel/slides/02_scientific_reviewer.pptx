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Accept with notes. Strengths vs weaknesses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claims: first E2E; λ-only; 15M/48×; physics suite. Flag “first”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Strengths: clean inventum; fair foils; ablations; physics; candid limits; open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Fig.15 ablations — λ only real knob; demand Fig.6 numeric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Fig.8 VoE — teleport p&lt;0.01; physics beyond SR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Weaknesses: Fig.6 chart-heavy; first claim; CEM budget; TwoRoom fix; no robot; decoder viz.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rule: robots → V-JEPA 2-AC; stable E2E → LeWM/SIGReg. Red flag Franka on 2603.19312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checklist eight items — Tab.5 repro; matched FLOP; λ bisection; cite rules; GAP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speed under review — accept directionally; ask matched wall-clock + CEM iters.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ACCEPT landmark small-WM + WITH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critical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2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3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4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5_v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6_w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7_c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8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9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0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1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2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