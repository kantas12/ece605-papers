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WEIGHT 3 Nykolas LONGEST. Course smoke ≠ paper 96%. Kanta NOT seated. Never claim absolute SR from smoke.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Arc: recipe → hard numbers → RC1–RC5 → GAP → contrast → Fig.4 CEM →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Recipe card: ViT-Tiny+AdaLN; MSE+λ SIGReg; CEM 300×30 H=5; no EMA/SG/freeze; code le-wm.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 pipeline — E2E pixels; SIGReg projections; inventum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 numbers table — quote Tab.5/7/9/8/6/10 and Fig.3/16. Sources in right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Fig.3: 0.98s/47s; 90/13; 74/48; ~200× tokens. Speedup = cheaper 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Fig.6 SR: PushT 96; TwoRoom behind; Cube trails DINO. +18 pp vs PLDM PushT.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RC1 dropout PRIMARY (DELIVERABLE): paper 0→78; 0.1→96; 0.2→85; 0.5→67. Smoke directional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RC2 decoder: w/o 96 vs with 86. Train-time loss required. JEPA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RC3 CEM vs Adam: 96 vs 84 fixed ckpt. Optional SGD/RMSProp. ≤1–4 GPU-h.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RC4 λ: [0.01,0.2] healthy; peak ~0.09; cliff 0.5. Optional M flat.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RC5 speed proxy Partial: timing+tokens vs high-token stub — not full DINO bake-off.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GAP: no EMA/SG factorial — extension. Allowed stabilizers: dropout 0.1 + AdaLN + BN (KANTA_PACK).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LeWM | DINO-WM | V-JEPA 2-AC. SIM-ONLY vs CLEAR Franka.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Fig.4 CEM loop full-bleed — H=5 · 300×30 · cost ‖ẑ_H−z_g‖. Reconcile SLIDE_BRIEF.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Fig.15 + Fig.18: capacity/M inert; smooth vs PLDM noisy; allowed stabilizers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numbers shared.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+ exam: reproducible small-WM; sim E2E not 2-AC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2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3_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4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5_nu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6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7_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8_r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9_r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0_r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1_r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2_r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3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4_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5_c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6_ab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7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8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