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SIBLING placement. CLEAR/TENTATIVE discipline. Do not contradict prior packs.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Arc: priors → inventum → three branches → triangle → subsequent →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 five claims — tattoo every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priors table: AMI, I/V-JEPA, PLDM, DINO-WM, VICReg, LeJEPA/SIGReg, Dreamer foils.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Inventum CLEAR: two-term E2E; λ-only; 15M+48×; physics suite; open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branches CLEAR: Meta SSL →2-AC | Control E2E PLDM→LeWM | Foundation freeze DINO-WM.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 taxonomy evidence for branch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Consistency triangle extended — PLDM→LeWM branch added; Meta axis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Subsequent CLEAR code+Meta chain; TENTATIVE Franka/BEHAVIOR/2.1 merge/π₀.₅ rhyme.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inventum visual — no EMA drawn.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vs TENTATIVE exam discipline — say label before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Foils mnemonic: PLDM · DINO-WM · V-JEPA 2-AC.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+ exam: sibling recipe; not 2-AC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2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3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4_pri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5_inv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6_bra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7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8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9_subsequ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0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1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2_fo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3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4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