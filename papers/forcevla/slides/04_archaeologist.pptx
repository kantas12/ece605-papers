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open. Genealogy talk, not a product pitch.</a:t>
            </a:r>
          </a:p>
          <a:p>
            <a:pPr/>
            <a:r>
              <a:t>• One-liner: Force joins the VLA token zoo AFTER the pretrained VLM — FVLMoE is association cortex; π₀ FM head stays motor cortex.</a:t>
            </a:r>
          </a:p>
          <a:p>
            <a:pPr/>
            <a:r>
              <a:t>• Exam bite on its own 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Late 6-axis F/T token + FVLMoE (E=4 top-1) after VLM → additive guide into π₀ FM action head.</a:t>
            </a:r>
          </a:p>
          <a:p>
            <a:pPr/>
            <a:r>
              <a:t>• Contact-rich insert/wipe/peel on Flexiv; ForceVLA-Data 244 traj / 140k / ~50/task.</a:t>
            </a:r>
          </a:p>
          <a:p>
            <a:pPr/>
            <a:r>
              <a:t>• Must-cites: 60.5 vs 37.3 (+23.2); naive w/F 40.2 (+2.9); early MoE 0% / late FVLMoE 80%; occlusion 90%; FAST+naive 31→14.2.</a:t>
            </a:r>
          </a:p>
          <a:p>
            <a:pPr/>
            <a:r>
              <a:t>• NOT MoPA-PD ancestor. NOT JEPA/WM child. No π₀.₅ bake-off.</a:t>
            </a:r>
          </a:p>
          <a:p>
            <a:pPr/>
            <a:r>
              <a:t>• Typo: 37.3 = w/o F. Pump: naive 83 &gt; ForceVLA 67. No invented BEHAVIOR SR.</a:t>
            </a:r>
          </a:p>
          <a:p>
            <a:pPr/>
            <a:r>
              <a:t>• Archaeologist use: spine is the lineage tattoo. Contrasts with MoPA/JEPA are CLEAR labels, not ancestry.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genealogy top-left to bottom-right.</a:t>
            </a:r>
          </a:p>
          <a:p>
            <a:pPr/>
            <a:r>
              <a:t>• CLEAR: builds upon the π₀ framework (Black et al. 2410.24164).</a:t>
            </a:r>
          </a:p>
          <a:p>
            <a:pPr/>
            <a:r>
              <a:t>• CLEAR: ForceVLA does not replace FM with FAST.</a:t>
            </a:r>
          </a:p>
          <a:p>
            <a:pPr/>
            <a:r>
              <a:t>• Biological metaphor in paper: late fusion ≈ higher-level cortical association.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Force/tactile neighbors: ForceMimic, FoAR, TacDiffusion, Adaptive Compliance, FORGE, Xie &amp; Correll survey; TLA, Tac-Man.</a:t>
            </a:r>
          </a:p>
          <a:p>
            <a:pPr/>
            <a:r>
              <a:t>• π₀.₅ cited as related VLA [21] — NOT experimental foil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contrast labels only. Do not invent MoPA ancestry.</a:t>
            </a:r>
          </a:p>
          <a:p>
            <a:pPr/>
            <a:r>
              <a:t>• Inverse arrow: MoPA removes privilege at deploy; ForceVLA adds sensor privilege at deploy.</a:t>
            </a:r>
          </a:p>
          <a:p>
            <a:pPr/>
            <a:r>
              <a:t>• Sibling path: /workspace/distill-mopa-quiet/ — CLEAR contrast decks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Mythbust checklist from summary.</a:t>
            </a:r>
          </a:p>
          <a:p>
            <a:pPr/>
            <a:r>
              <a:t>• OpenVLA cited in intro only — not an experimental baseline.</a:t>
            </a:r>
          </a:p>
          <a:p>
            <a:pPr/>
            <a:r>
              <a:t>• Sibling: /workspace/pi0-quiet/, /workspace/fast-quiet/, /workspace/pi05-quiet/ (mythbust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is the origin myth slide: without force, pose errors go uncorrected; with force, insertion strategy adapts.</a:t>
            </a:r>
          </a:p>
          <a:p>
            <a:pPr/>
            <a:r>
              <a:t>• This is why force becomes a first-class modality after the VLM, not a state-concat afterthought.</a:t>
            </a:r>
          </a:p>
          <a:p>
            <a:pPr/>
            <a:r>
              <a:t>• Ties to Tab.3: early MoE into VLM destroys pretrained features; late fusion preserves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B Table 4. No sweep over expert count, top-k, or loss weight.</a:t>
            </a:r>
          </a:p>
          <a:p>
            <a:pPr/>
            <a:r>
              <a:t>• Train: Adam β 0.9/0.95; LR 2.5e-5→2.5e-6; bf16; clip 1.0; single ~9h / multi ~12h.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C. Open-loop ~10 episodes/task, percentile-normalized bins.</a:t>
            </a:r>
          </a:p>
          <a:p>
            <a:pPr/>
            <a:r>
              <a:t>• Useful after a checkpoint exists; not an SR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from Archaeologist pack — say it aloud.</a:t>
            </a:r>
          </a:p>
          <a:p>
            <a:pPr/>
            <a:r>
              <a:t>• Bonus: occlusion 90%; naive concat +2.9 only; FAST+naive 31→14.2.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Consistency notes from summary. Do not fabricate Discord/Drive artifacts or LONGEST-seat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Archaeologist.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B0F5"/>
                </a:solidFill>
                <a:latin typeface="IBM Plex Sans"/>
              </a:rPr>
              <a:t>LAST SHEET  ·  ALTERNATIVE APPROACHES  ·  ARCHAEOLOGIST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21792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1EA"/>
                </a:solidFill>
                <a:latin typeface="IBM Plex Serif"/>
              </a:rPr>
              <a:t>Force joins the
token zoo 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94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π₀ parent → late 6D force token → FVLMoE (4 experts, top-1) → additive FM guidance. Association cortex for force; π₀'s FM head stays motor cortex.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246120"/>
            <a:ext cx="11338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fvlmo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972" y="3300984"/>
            <a:ext cx="4716439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Late 6-axis F/T + FVLMoE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After VLM (PaliGemma/SigLIP): project wrench → force token → FVLMoE (E=4, top-1) → additive guide into π₀ flow-matching action head. Force stays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Contact-rich on Flexiv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Insert USB / plug, pump bottle, wipe board, peel cucumber. ForceVLA-Data: 244 traj / ~140k steps / ~50 demos per task. Quest3 teleop.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Must-cites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Avg 60.5 vs π₀-base w/o F 37.3 (+23.2). Naive w/ F only 40.2 (+2.9). Early MoE-before-VLM 0% → late FVLMoE 80% (Tab.3). Occlusion 90%. FAST+naive force 31.0→14.2.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CLEAR contrasts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MoPA-PD ancestor (MoPA = MP privilege→vision student; ForceVLA = deploy force into VLA). NOT JEPA/WM child. No π₀.₅ bake-off — do not invent.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 hygiene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Typo fix: 37.3 = w/o F (not w/ F). Preserve paper numbers. No invented BEHAVIOR SR. Pump caveat: naive w/F 83 &gt; ForceVLA 67 — do not overclaim.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GENEALOGY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π₀ parent → late force → FVLMoE → FM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49039" cy="24231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EC8FF"/>
                </a:solidFill>
                <a:latin typeface="IBM Plex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8105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PaliGemma / SigLIP VLM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5915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Vision + language contextual embeddings. Pretrained geometry to protect.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170432"/>
            <a:ext cx="3749039" cy="24231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3533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ECFB4"/>
                </a:solidFill>
                <a:latin typeface="IBM Plex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8105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π₀ FM action 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Conditional flow matching + action chunks. Vision+language+proprio parent.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170432"/>
            <a:ext cx="3749039" cy="24231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3533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A838"/>
                </a:solidFill>
                <a:latin typeface="IBM Plex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8105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Late 6-axis force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35915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φ_F: R^6 → 2048 AFTER VLM. Not early into VL prefix.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776472"/>
            <a:ext cx="3749039" cy="24231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593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4B0F5"/>
                </a:solidFill>
                <a:latin typeface="IBM Plex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4165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FVLMoE E=4 top-1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96519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Attn refine → sparse MoE → residual → project 2048→1024.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3776472"/>
            <a:ext cx="3749039" cy="24231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9593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A5A"/>
                </a:solidFill>
                <a:latin typeface="IBM Plex Mon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4165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Additive FM suffix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496519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G_FVLMoE added to proprio + noisy-action features each denoising step.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776472"/>
            <a:ext cx="3749039" cy="24231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9593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B3C2"/>
                </a:solidFill>
                <a:latin typeface="IBM Plex Mono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4165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ForceVLA-Data + Flexiv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965192"/>
            <a:ext cx="3383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244 traj / 140k / ~50/task. Contact-rich real policy.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PRIORS ABSORBED (CLEAR)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ForceVLA cites as parents and neighbors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π₀ Black et 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Direct architectural parent. PaliGemma + FM action expert. Baselines π₀-base / π₀-fast ± force.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PaliGemma / SigLIP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Beyer et al.; Zhai et al. VLM backbone for VL contextual embeddings.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Flow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Lipman et al.; Liu rectified flow. Action expert family retained.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FAST Pertsch et 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Baseline action-tokenization foil (π₀-fast). Not ForceVLA's head.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VLA lineage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OpenVLA / RT-1 / RT-2 / Octo / OXE / DROID / Bridge — related work. Numbers foil is π₀.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MoE lineage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Shazeer MoE, Switch, GShard, V-MoE, ST-MoE, LIMOE; robotics MoE (MORE, ChatVLA).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CLEAR CONTRAST  ·  MOPA-PD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Same Alt row. Opposite arrow. Not an ancestor.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5577840" cy="43891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521208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IBM Plex Sans"/>
              </a:rPr>
              <a:t>MoPA-PD (2111.06383)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783080"/>
            <a:ext cx="516636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Train-time privilege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Classical MP (RRT-Connect) inside MoPA-RL → visual BC → asymmetric SAC.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Planner-free pixels. Geometry privilege removed at ship time.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Syllabus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Prior Alt approaches row. Privileged teacher → vision student.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170432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170432"/>
            <a:ext cx="5669280" cy="43891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170432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ForceVLA (2505.22159)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83080"/>
            <a:ext cx="525780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Deploy-time modality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Add 6-axis F/T into a π₀-class VLA via late MoE fusion.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Force stream stays at inference. FM action head retained.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Syllabus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LAST Alt row. Complementary question: missing modality for contact-rich VLA.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CLEAR CONTRAST  ·  JEPA / WM / Π₀.₅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Poles and absences — do not invent links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JEPA / LeWM / Cosmos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CLEAR contrast poles only. ForceVLA is not a world-model paper. No latent prediction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π₀.₅ (2504.16054)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Cited in related work [21]. ABSENT from experiments. Sibling literature — not measured. Do not invent bake-off.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π₀-FAST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Baseline family with/without force. ForceVLA keeps FM. Mythbust: adding force ≠ switching FM↔FAST.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Classical impedance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Background of contact-rich control. ForceVLA learns force-conditioned chunks end-to-end rather than hand-tuned compliance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FIG. 1  ·  FAILURE MODE THAT INVENTS THE 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Vision-only VLA meets contact; force corrects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_fail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22" y="1170432"/>
            <a:ext cx="9021050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ARCHITECTURAL DIMS (TABLE 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got bolted onto π₀ — exact specs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1556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FB4"/>
                </a:solidFill>
                <a:latin typeface="IBM Plex Sans"/>
              </a:rPr>
              <a:t>Force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115568"/>
            <a:ext cx="7315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Linear 6 → D_VLM = 2048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938528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3852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C8FF"/>
                </a:solidFill>
                <a:latin typeface="IBM Plex Sans"/>
              </a:rPr>
              <a:t>Pre-MoE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938528"/>
            <a:ext cx="7315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D=2048, N_H=8, D_h=256; MLP expansion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761488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6148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B0F5"/>
                </a:solidFill>
                <a:latin typeface="IBM Plex Sans"/>
              </a:rPr>
              <a:t>MoE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61488"/>
            <a:ext cx="7315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E=4 MLP experts, top-k=1; router 2048→4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584448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8444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A838"/>
                </a:solidFill>
                <a:latin typeface="IBM Plex Sans"/>
              </a:rPr>
              <a:t>MoE out /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584448"/>
            <a:ext cx="7315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2048→1024; action out 1024→32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407408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0740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6A5A"/>
                </a:solidFill>
                <a:latin typeface="IBM Plex Sans"/>
              </a:rPr>
              <a:t>State / action proj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407408"/>
            <a:ext cx="7315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32 → D_act_e = 1024; τ-MLP 2-layer Swish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230368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30368"/>
            <a:ext cx="347472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B3C2"/>
                </a:solidFill>
                <a:latin typeface="IBM Plex Sans"/>
              </a:rPr>
              <a:t>Inject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230368"/>
            <a:ext cx="73152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Element-wise add G_FVLMoE into FM suffix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ROUTER ARCHAEOLOGY  ·  FIG.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Phase specialization — TENTATIVE labels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77240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9_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284196"/>
            <a:ext cx="7662672" cy="492054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75320" y="1115568"/>
            <a:ext cx="352044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280160"/>
            <a:ext cx="32004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Expert 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~half of tokens. Hypothesized generalist.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Selective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Experts 1/3 more phase-specific on insert/peel.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Wipe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Steadier single-expert preference.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TENTATIVE functional labels. Not proven causal roles. No expert-dropout ablation.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EXAM BITE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Memorize this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280160"/>
            <a:ext cx="11430000" cy="49377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4F1EA"/>
                </a:solidFill>
                <a:latin typeface="IBM Plex Serif"/>
              </a:rPr>
              <a:t>ForceVLA = π₀ + late 6D force token + FVLMoE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4F1EA"/>
                </a:solidFill>
                <a:latin typeface="IBM Plex Serif"/>
              </a:rPr>
              <a:t>(4 experts, top-1) additively guiding FM chunks;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8A838"/>
                </a:solidFill>
                <a:latin typeface="IBM Plex Serif"/>
              </a:rPr>
              <a:t>+23.2 pts avg vs vision-only π₀-base;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86A5A"/>
                </a:solidFill>
                <a:latin typeface="IBM Plex Serif"/>
              </a:rPr>
              <a:t>early MoE-into-VLM → 0%.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CLEAR: not MoPA-PD ancestor; not JEPA child; no π₀.₅ bake-off.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CLEAR: keeps FM (not FAST); foil is π₀-base/fast ± force.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LINEAGE TABLE (CLEAR VS TENTATIVE)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Refuse fabrications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078992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78992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Builds on π₀ FM + PaliGemma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078992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664207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64207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Foil = π₀-base / π₀-fast ± 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64207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249424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9424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Empirical π₀.₅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249424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ABSENT — do not invent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834639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34639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Action head = flow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834639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419856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19856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Late ≫ early MoE-into-VLM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19856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CLEAR (Tab.3)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005072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05072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MoPA-PD / JEPA ancestry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005072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FALSE — contrast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4590288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90288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ForceVLA-Data 244 / 140k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590288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CLEAR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5175504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75504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Expert-0 = generalist 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175504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TENTATIVE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576072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68580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1EA"/>
                </a:solidFill>
                <a:latin typeface="IBM Plex Sans"/>
              </a:rPr>
              <a:t>BEHAVIOR official 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760720"/>
            <a:ext cx="402336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TENTATIVE / unverified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Late force. Parent is π₀. Contrasts are labeled.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4F1EA"/>
                </a:solidFill>
                <a:latin typeface="IBM Plex Serif"/>
              </a:rPr>
              <a:t>Association cortex for force. Motor cortex stays FM.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Say the exam bite. Refuse MoPA/JEPA ancestry and invented π₀.₅ numbers.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4B0F5"/>
                </a:solidFill>
                <a:latin typeface="IBM Plex Sans"/>
              </a:rPr>
              <a:t>Next: Visionary — BEHAVIOR contact-rich; F/T + late MoE on modern VLA; NO Discord/Drive.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ForceVLA — Archaeologist</dc:title>
  <dc:subject>arXiv 2505.22159v3 · Alternative approaches · LAST sheet · Club Pack</dc:subject>
  <dc:creator>Yu*, Liu*, Yu† et al.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