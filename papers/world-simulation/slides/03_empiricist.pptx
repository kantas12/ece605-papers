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Title. Seat EMPTY — still produce numbers/smoke honesty. Refuse DreamGen IF→VLA SR. Tattoo: Real2Real 24/30 vs 5/30 · PAI T2W 0.768 / I2W 0.810 · Bridge PSNR 24.95 · DreamGen IF≠VLA SR · AV LET-AP 0.394 · Transfer 3.5× · 200M · 2B/14B · PARALLEL generative WFM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Hard numbers table must-cites + 200M, 2B/14B, 93f, distill, MFU.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Caveats: Tab.18≠SR; Tab.13 narrow; RNDS curves; GPU-h unpublished; Wan Domain; Ablation Bot folded.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Smoke contract RC0–RC5; full train 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RC1 PRIMARY: frozen 2B shortclip — do NOT claim PAI 0.768 from smoke.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Tab.20 TimeEmb &gt; Cross &gt; Concat — only clean factorial.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 pre→post + distill cite-only.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Fig.13 cite Tab.13; N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Budget honesty course envelope.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Follow-ups F1–F6 hypothesis-ready.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Foil vs LeWM conceptual — not paper bake-off.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Tattoo.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+ exam three numbers + smoke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02_numb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03_cave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04_smo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05_r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06_tab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07_pai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08_ro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09_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10_follow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11_fo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12_tatt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13_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