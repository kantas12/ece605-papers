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Buy generative counterweight after LeWM; police JEPA-category error. Tattoo: Real2Real 24/30 vs 5/30 · PAI T2W 0.768 / I2W 0.810 · Bridge PSNR 24.95 · DreamGen IF≠VLA SR · AV LET-AP 0.394 · Transfer 3.5× · 200M · 2B/14B · PARALLEL generative WFM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after LeWM: completes WM triangle; Physical AI product; hard numbers; open weights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Triad placement: LeWM | V-JEPA 2-AC | Cosmos — PARALLEL poles.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 detail: open narrative, must-cites, tool choice lesson, apps breadth.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Risks: 44-page systems; compute; JEPA error; closed-loop language; brand; DreamGen over-read.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architecture image-first.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metrics chips.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Fig.13 robot proof for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consumes vs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table buy/build/cite.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Fig.14 AV product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 why after LeWM + one teaching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2_b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3_tri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4_buy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5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6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7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8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9_w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0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1_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2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