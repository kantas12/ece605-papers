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WEIGHT 3 Nykolas. One-liner: open Physical-AI generative-video world-simulator — PARALLEL to JEPA, not child. Tattoo: Real2Real 24/30 vs 5/30 · PAI T2W 0.768 / I2W 0.810 · Bridge PSNR 24.95 · DreamGen IF≠VLA SR · AV LET-AP 0.394 · Transfer 3.5× · 200M · 2B/14B · PARALLEL generative WFM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arc: three-pole → priors → inventum → family → apps → CLEAR/TENTATIVE.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poles: A discriminative SigLIP/DINO | B predictive I/V-JEPA→LeWM/2-AC LATENT | C generative Cosmos THIS. Do not collapse C into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priors tagged GENERATIVE vs LATENT FOIL. V-JEPA 2 = foil not ancestor. Predict1/FM/DiT/Reason1/ControlNet/DP/Bridge/DROID/AgiBot/GR00T.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fold: Cosmos≠next I-JEPA; Transfer≠2-AC CEM; π₀ not cited; pixel CEM TENTATIVE.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Inventum: unified FM Predict2.5; 200M; Transfer 2B&gt;7B; apps 24/30+AV+DreamGen+Bridge; open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Family evolution GENERATIVE lineage Predict1→Predict2.5+Reason1→Transfer2.5 + specialty ckpts.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Fig.2 architecture — Reason1 + DiT flow + frame-replace modes. GENERATIVE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paradigms table: LATENT vs GENERATIVE on every axis. Same phrase, opposite compute contracts.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fork: Ha→Dreamer→I-JEPA→V-JEPA→LeWM LATENT ∥ Sora→Predict1→Predict2.5→Transfer2.5 GENERATIVE.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Fig.6–7 human prefs vs Wan. 14B 48.6% vs Wan2.1-14B 31.8%.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Fig.9–10 Transfer: 3.5× smaller; RNDS less drop. Multi-factor family leap.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Fig.11–13 robot 24/30. LABEL: offline synth-data aug ≠ latent CEM.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Fig.14–15 AV LET-AP 0.394; Fig.20 Bridge PSNR 24.95 TimeEmb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vs TENTATIVE board. Preserve JEPA pack labels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must-cites.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+ exam: three poles + one CLEAR inventum not JEPA descendant.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2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3_threep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4_pri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5_no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6_inv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7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8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09_paradig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0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1_pre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2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3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4_av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5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6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_17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