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Verdict preview: accept-as-systems-WFM; generative simulator not latent planner SOTA. Tattoo: Real2Real 24/30 vs 5/30 · PAI T2W 0.768 / I2W 0.810 · Bridge PSNR 24.95 · DreamGen IF≠VLA SR · AV LET-AP 0.394 · Transfer 3.5× · 200M · 2B/14B · PARALLEL generative WFM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claims under review C1–C5.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Strengths: open narrative; concrete upgrades; broad eval; honest paradigm split; Tab.20; distill.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Weaknesses: density; robot n; DreamGen≠SR; closed-loop framing; proprietary data; Wan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 Tabs.10–11 numbers + Wan Domain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Fig.7 human prefs — size matters for taste.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Tab.13 precision demands.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DreamGen &amp; Bridge claim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Fig.10 RNDS curves not 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Gaps G1–G6 reviewer wants.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VERDICT +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+ exam verdict + scoped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2_clai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3_strengt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4_w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5_p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6_pr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7_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8_hygi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09_r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0_g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1_verd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2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v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