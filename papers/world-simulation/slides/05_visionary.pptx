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WEIGHT 1 Kanta. Cosmos = generative imagination + synth/eval beside π₀.₅ and JEPA planners. NO Discord/Drive. Tattoo: Real2Real 24/30 vs 5/30 · PAI T2W 0.768 / I2W 0.810 · Bridge PSNR 24.95 · DreamGen IF≠VLA SR · AV LET-AP 0.394 · Transfer 3.5× · 200M · 2B/14B · PARALLEL generative WFM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BEHAVIOR: observation factory + eval harness — NOT motor policy. 24/30 maps to visual domain 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DreamGen IF ≠ BEHAVIOR SR. Tab.18 hygiene. π₀ rhyme = TENTATIVE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Hybrid TENTATIVE: π₀.₅/FM motor + LeWM/2-AC latent search + Cosmos synth/eval/slow imagination.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 table when generative vs latent for 2026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Hooks honest: RNDS, AC chunks, multiview, eval harness; gap vs BEHAVIOR-1K language-goal SR.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Fig.13 robot moral for appearance shift — not a BEHAVIOR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Fig.14 AV multiview → indoor floorplan sketch (Visionary).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Fig.20 Bridge AC what-if — video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 recipe teleop→RoboGen→Transfer→DP/π₀.₅→AC eval→deploy.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Follow-up agenda; new apps; no Discord/Drive.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bets: dual-WM; appliance; mix card; non-goals.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Fig.9–10 Transfer long-horizon stability narrative.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Tattoo.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+ exam on BEHAVIOR role + TENTATIVE hybrid.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2_behavior_r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3_dream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4_hyb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5_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6_hoo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7_ro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8_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9_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10_rec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11_age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12_b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13_trans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14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15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