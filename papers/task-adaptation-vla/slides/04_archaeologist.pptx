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(seat 2) — 11 + 3</a:t>
            </a:r>
          </a:p>
          <a:p>
            <a:r>
              <a:t>NO Stakeholder redo. Map lineage: what this paper inherits and foil-contrasts.</a:t>
            </a:r>
          </a:p>
          <a:p>
            <a:r>
              <a:t>Subsequent work: Dec 2025 — too new; repo/blog/video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MAP — walk top to bottom</a:t>
            </a:r>
          </a:p>
          <a:p>
            <a:r>
              <a:t>Benchmarks: BEHAVIOR-1K, OmniGibson/BDDL</a:t>
            </a:r>
          </a:p>
          <a:p>
            <a:r>
              <a:t>VLA backbone: π₀/π₀.₅, SigLIP/PaliGemma, RT-1/2, GR00T as foil (last-layer XAttn contrast to mixed-layer)</a:t>
            </a:r>
          </a:p>
          <a:p>
            <a:r>
              <a:t>Action models: Flow Matching, Diffusion Policy, FAST</a:t>
            </a:r>
          </a:p>
          <a:p>
            <a:r>
              <a:t>Chunking/control: ACT chunking, RTC / real-time chunking, Hi Robot as foil (CoT skill library — this work is simpler stage voting)</a:t>
            </a:r>
          </a:p>
          <a:p>
            <a:r>
              <a:t>This work: correlated FM + System2 vote + soft inpaint + gripper recovery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π₀ / π₀.₅ / OpenPI</a:t>
            </a:r>
          </a:p>
          <a:p>
            <a:r>
              <a:t>Physical Intelligence lineage. Flow-matching VLA. This entry adapts openpi for fixed 50-task contest.</a:t>
            </a:r>
          </a:p>
          <a:p>
            <a:r>
              <a:t>Key adaptation: drop language → task embeddings; correlated noise; mixed-layer attn; System 2.</a:t>
            </a:r>
          </a:p>
          <a:p>
            <a:r>
              <a:t>Action expert ~311M; frozen SigLIP-So400m/14 @ 224.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CHUNKING LINEAGE: ACT → RTC → this work</a:t>
            </a:r>
          </a:p>
          <a:p>
            <a:r>
              <a:t>ACT: action chunking + temporal ensemble (NOT used here).</a:t>
            </a:r>
          </a:p>
          <a:p>
            <a:r>
              <a:t>RTC / real-time chunking: rolling stitch inspiration — soft correlation-aware inpaint (exec 26 / keep 4, t&gt;0.3).</a:t>
            </a:r>
          </a:p>
          <a:p>
            <a:r>
              <a:t>Hi Robot foil: explicit CoT / skill library — this paper uses implicit stages + vote, no skill graph.</a:t>
            </a:r>
          </a:p>
          <a:p>
            <a:r>
              <a:t>Compression 1.3× cubic spline is an inference-time control trick, not classical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FOILS</a:t>
            </a:r>
          </a:p>
          <a:p>
            <a:r>
              <a:t>GR00T: last-layer cross-attn foil vs learnable mixed-layer KV combo.</a:t>
            </a:r>
          </a:p>
          <a:p>
            <a:r>
              <a:t>Hi Robot: heavier hierarchical CoT vs lightweight System 2 stage machine.</a:t>
            </a:r>
          </a:p>
          <a:p>
            <a:r>
              <a:t>Diffusion Policy / FM: continuous action generation family; correlated noise is the twist.</a:t>
            </a:r>
          </a:p>
          <a:p>
            <a:r>
              <a:t>RT-1/2: earlier VLA milestones; language-conditioned — this contest drops L for task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SUBSEQUENT WORK</a:t>
            </a:r>
          </a:p>
          <a:p>
            <a:r>
              <a:t>Paper Dec 2025 (v2). Too new for rich citation graph.</a:t>
            </a:r>
          </a:p>
          <a:p>
            <a:r>
              <a:t>So far: author GitHub (behavior-1k-solution), HF weights, blog/video only.</a:t>
            </a:r>
          </a:p>
          <a:p>
            <a:r>
              <a:t>Watch for: with/without-heuristics replications; RTC comparisons on real robots; BEHAVIOR 2026 entries that cite this control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CLOSE</a:t>
            </a:r>
          </a:p>
          <a:p>
            <a:r>
              <a:t>One slide takeaway: this is π₀.₅ + correlated FM + RTC-style chunking + stage vote + light heuristics on BEHAVIOR-1K — not a classical planner paper.</a:t>
            </a:r>
          </a:p>
          <a:p>
            <a:r>
              <a:t>Hand to Visionary for 2026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π₀ / π₀.₅ 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OpenPI flow-matching VLA → task-adapted contest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otion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Foils &amp; contrasts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GR00T · Hi Robot · Diffusion Policy · RT-1/2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Subsequent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Dec 2025 · repo / blog / video only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π₀.₅ + correlated FM + RTC-style chunking + stage vote + heuristics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