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(seat 3) — 11 + 3</a:t>
            </a:r>
          </a:p>
          <a:p>
            <a:r>
              <a:t>NO Discord/Drive logistics. Don't overclaim.</a:t>
            </a:r>
          </a:p>
          <a:p>
            <a:r>
              <a:t>Frame: 2026 bar still ~26% partial — what research moves the frontier?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 BAR</a:t>
            </a:r>
          </a:p>
          <a:p>
            <a:r>
              <a:t>Still ~26% average partial q_score; binary ~11–12%.</a:t>
            </a:r>
          </a:p>
          <a:p>
            <a:r>
              <a:t>Long-horizon household bimanual + mobile remains largely unsolved.</a:t>
            </a:r>
          </a:p>
          <a:p>
            <a:r>
              <a:t>Invest in recovery demos + closed-loop chunking benchmarks, not only raw SR.</a:t>
            </a:r>
          </a:p>
          <a:p>
            <a:r>
              <a:t>Challenge design: require single checkpoint + ablations appendix; report q with/without heuristics.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FOLLOW-UPS (walk the grid)</a:t>
            </a:r>
          </a:p>
          <a:p>
            <a:r>
              <a:t>1. Recovery / failure-state data as first-class track (§10.1) — biggest robustness lever</a:t>
            </a:r>
          </a:p>
          <a:p>
            <a:r>
              <a:t>2. Outer-loop System 2 → VLM checklists / video understanding APIs</a:t>
            </a:r>
          </a:p>
          <a:p>
            <a:r>
              <a:t>3. Unify to 1 multi-task ckpt (authors themselves question 4)</a:t>
            </a:r>
          </a:p>
          <a:p>
            <a:r>
              <a:t>4. Require with/without-heuristics reporting on leaderboard</a:t>
            </a:r>
          </a:p>
          <a:p>
            <a:r>
              <a:t>5. Corrective offline RL / distill recovery into VLA student</a:t>
            </a:r>
          </a:p>
          <a:p>
            <a:r>
              <a:t>6. Privileged sim RL teacher → distill; keep real-world constraints honest</a:t>
            </a:r>
          </a:p>
          <a:p>
            <a:r>
              <a:t>7. Semantic stages beyond timestamp IDs</a:t>
            </a:r>
          </a:p>
          <a:p>
            <a:r>
              <a:t>8. Dexterity residual policies; real-robot correlated FM + soft inpaint vs RTC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CONTROL RESEARCH AGENDA</a:t>
            </a:r>
          </a:p>
          <a:p>
            <a:r>
              <a:t>The motion spine is the gift: H=30→26→inpaint4 + System2 + gripper.</a:t>
            </a:r>
          </a:p>
          <a:p>
            <a:r>
              <a:t>2026 questions:</a:t>
            </a:r>
          </a:p>
          <a:p>
            <a:r>
              <a:t>• Soft inpaint vs hard RTC on real robots?</a:t>
            </a:r>
          </a:p>
          <a:p>
            <a:r>
              <a:t>• Learned recovery policies vs brittle rules?</a:t>
            </a:r>
          </a:p>
          <a:p>
            <a:r>
              <a:t>• Stage machines from VLM vs fixed timestamps?</a:t>
            </a:r>
          </a:p>
          <a:p>
            <a:r>
              <a:t>Don't claim this paper solved long-horizon control — it showed a winning competition stack with a clear outer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CHALLENGE DESIGN ASKS</a:t>
            </a:r>
          </a:p>
          <a:p>
            <a:r>
              <a:t>• Scientific prize track: mandatory component ablations on fixed public subset</a:t>
            </a:r>
          </a:p>
          <a:p>
            <a:r>
              <a:t>• Single-checkpoint track vs multi-model submissions</a:t>
            </a:r>
          </a:p>
          <a:p>
            <a:r>
              <a:t>• Limit brittle task-specific rules OR require them in a separate “engineering” score</a:t>
            </a:r>
          </a:p>
          <a:p>
            <a:r>
              <a:t>• Safety envelope against falls / stuck base (Fig. 10 failure modes)</a:t>
            </a:r>
          </a:p>
          <a:p>
            <a:r>
              <a:t>• Sensing: fisheye / rear camera for coverage holes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OVERCLAIM</a:t>
            </a:r>
          </a:p>
          <a:p>
            <a:r>
              <a:t>This is a strong competition entry with public code/weights — not a settled science paper on which components matter.</a:t>
            </a:r>
          </a:p>
          <a:p>
            <a:r>
              <a:t>Training innovations (correlated noise, mixed attn) remain largely unablated at scale.</a:t>
            </a:r>
          </a:p>
          <a:p>
            <a:r>
              <a:t>Binary success still ~11–12%; partial progress is real but far from reliable household robots.</a:t>
            </a:r>
          </a:p>
          <a:p>
            <a:r>
              <a:t>Park hype; push concrete follow-ups.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CLOSE / Q&amp;A</a:t>
            </a:r>
          </a:p>
          <a:p>
            <a:r>
              <a:t>Invite discussion on recovery data collection, VLM outer loops, and real-robot RTC comparisons.</a:t>
            </a:r>
          </a:p>
          <a:p>
            <a:r>
              <a:t>No Discord/Drive. Hand back to facilitator.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visio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visionar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follow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motion_sp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37160" cy="164592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8EEF4"/>
                </a:solidFill>
                <a:latin typeface="Calibri"/>
              </a:rPr>
              <a:t>Challenge design 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8A9BB0"/>
                </a:solidFill>
                <a:latin typeface="Calibri"/>
              </a:rPr>
              <a:t>Ablations appendix · single ckpt track · with/without heuristics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37160" cy="164592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8EEF4"/>
                </a:solidFill>
                <a:latin typeface="Calibri"/>
              </a:rPr>
              <a:t>Don't overclaim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8A9BB0"/>
                </a:solidFill>
                <a:latin typeface="Calibri"/>
              </a:rPr>
              <a:t>Winning stack ≠ settled science · push concrete follow-ups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37160" cy="164592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8EEF4"/>
                </a:solidFill>
                <a:latin typeface="Calibri"/>
              </a:rPr>
              <a:t>Visionary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8A9BB0"/>
                </a:solidFill>
                <a:latin typeface="Calibri"/>
              </a:rPr>
              <a:t>Recovery data · VLM outer loops · real-robot RTC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