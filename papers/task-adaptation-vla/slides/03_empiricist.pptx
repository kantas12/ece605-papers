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OPENING (seat 1 = Kanta)</a:t>
            </a:r>
          </a:p>
          <a:p>
            <a:r>
              <a:t>Timing: 11 min talk + 3 Q&amp;A.</a:t>
            </a:r>
          </a:p>
          <a:p/>
          <a:p>
            <a:r>
              <a:t>You own the experimental critique. Authors admit this is a competition report, not a full ablation paper — that is your opening.</a:t>
            </a:r>
          </a:p>
          <a:p/>
          <a:p>
            <a:r>
              <a:t>Headline: What fraction of “1st place VLA” is actually outer-loop control (gripper recovery + System 2), not train-time architecture?</a:t>
            </a:r>
          </a:p>
          <a:p/>
          <a:p>
            <a:r>
              <a:t>Walk the room through H_emp → motion/control spine → 2×2 factorial → env/GPU → success criteria.</a:t>
            </a:r>
          </a:p>
          <a:p>
            <a:r>
              <a:t>Do NOT redo Stakeholder motivation tour. Dive straight into the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H_emp (read slowly, then unpack):</a:t>
            </a:r>
          </a:p>
          <a:p/>
          <a:p>
            <a:r>
              <a:t>“A large share of published q_score lift is closed-loop recovery + non-Markovian stage context, not only train-time architecture.”</a:t>
            </a:r>
          </a:p>
          <a:p/>
          <a:p>
            <a:r>
              <a:t>Three directional predictions:</a:t>
            </a:r>
          </a:p>
          <a:p>
            <a:r>
              <a:t>1) Gripper OFF → drop on grasp-heavy (order-compatible with paper’s ~2.2× on 13×3 eps).</a:t>
            </a:r>
          </a:p>
          <a:p>
            <a:r>
              <a:t>2) System 2 OFF → raise order/confusion failures on visually ambiguous tasks (radio, microwave).</a:t>
            </a:r>
          </a:p>
          <a:p>
            <a:r>
              <a:t>3) Both OFF → worst / super-additive damage.</a:t>
            </a:r>
          </a:p>
          <a:p/>
          <a:p>
            <a:r>
              <a:t>Why Sep-9 feasible: inference-only on HF submission ckpts — no 8×H200 month.</a:t>
            </a:r>
          </a:p>
          <a:p>
            <a:r>
              <a:t>Success criteria later: directional effects, NOT global q=0.26.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MOTION / CONTROL SPINE — center this narrative.</a:t>
            </a:r>
          </a:p>
          <a:p/>
          <a:p>
            <a:r>
              <a:t>NOT classical RRT/MPC. Stack =</a:t>
            </a:r>
          </a:p>
          <a:p>
            <a:r>
              <a:t>• Predict H=30 action chunk (flow matching)</a:t>
            </a:r>
          </a:p>
          <a:p>
            <a:r>
              <a:t>• Execute 26 steps (mostly open-loop INSIDE chunk)</a:t>
            </a:r>
          </a:p>
          <a:p>
            <a:r>
              <a:t>• Soft inpaint 4 overlap steps (correlation-aware, only while flow time t&gt;0.3)</a:t>
            </a:r>
          </a:p>
          <a:p>
            <a:r>
              <a:t>• Replan every 26 (rolling RTC-style stitch)</a:t>
            </a:r>
          </a:p>
          <a:p/>
          <a:p>
            <a:r>
              <a:t>CLOSED-LOOP OVERRIDES (outer loop):</a:t>
            </a:r>
          </a:p>
          <a:p>
            <a:r>
              <a:t>• System 2 stage voting (non-Markovian) — vote window 3, ≥2/3 forward, rollback rules</a:t>
            </a:r>
          </a:p>
          <a:p>
            <a:r>
              <a:t>• Gripper recovery heuristic — force open if closed in a stage never closed in demos</a:t>
            </a:r>
          </a:p>
          <a:p/>
          <a:p>
            <a:r>
              <a:t>Empiricist angle: E1–E6 probe which closed-loop outer pieces carry q_score vs expensive train-time correlated-noise story (P2, not this week).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SYSTEM 2 DETAIL (optional deep-dive if time):</a:t>
            </a:r>
          </a:p>
          <a:p/>
          <a:p>
            <a:r>
              <a:t>Stages 5–15 per task. Classifier fused into 5 task-related tokens.</a:t>
            </a:r>
          </a:p>
          <a:p>
            <a:r>
              <a:t>Majority vote over last 3 predictions. Forward / hold / rollback.</a:t>
            </a:r>
          </a:p>
          <a:p>
            <a:r>
              <a:t>Addresses visual aliasing (Fig. 2 radio/microwave) — semantic stage machine, not geometry.</a:t>
            </a:r>
          </a:p>
          <a:p/>
          <a:p>
            <a:r>
              <a:t>When you disable voting (E2), expect failure-mode SHIFT toward order/confusion even if dexterity still works.</a:t>
            </a:r>
          </a:p>
          <a:p>
            <a:r>
              <a:t>Log failure tags: {dexterity, order, confusion, OOD, other} à la §9.2.2.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TALK FIGURE — E1 × E2 factorial.</a:t>
            </a:r>
          </a:p>
          <a:p/>
          <a:p>
            <a:r>
              <a:t>Four conditions on SAME task subset × instances:</a:t>
            </a:r>
          </a:p>
          <a:p>
            <a:r>
              <a:t>• A0 FULL — gripper ON, System2 ON (paper config) — sanity baseline</a:t>
            </a:r>
          </a:p>
          <a:p>
            <a:r>
              <a:t>• A1 Gripper OFF — expect ↓ grasp partial</a:t>
            </a:r>
          </a:p>
          <a:p>
            <a:r>
              <a:t>• A2 System2 OFF — expect ↑ order/confusion</a:t>
            </a:r>
          </a:p>
          <a:p>
            <a:r>
              <a:t>• A3 Both OFF — expect worst; A3 ≤ min(A1,A2)</a:t>
            </a:r>
          </a:p>
          <a:p/>
          <a:p>
            <a:r>
              <a:t>Suggested: ~8–12 tasks (grasp-heavy + aliasing) × 3–5 public instance IDs × 4 conditions.</a:t>
            </a:r>
          </a:p>
          <a:p>
            <a:r>
              <a:t>Paired per-(task,instance) deltas vs A0; mean±CI.</a:t>
            </a:r>
          </a:p>
          <a:p>
            <a:r>
              <a:t>Optional cheap negative control: compression OFF (E5) should NOT dwarf E1/E2.</a:t>
            </a:r>
          </a:p>
          <a:p/>
          <a:p>
            <a:r>
              <a:t>If A1≈A0: report that as finding (rule inactive in serve path / subset too easy / 2.2× subset-specific).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+ HF CKPT MAP</a:t>
            </a:r>
          </a:p>
          <a:p/>
          <a:p>
            <a:r>
              <a:t>P0: E1 gripper OFF, E2 System2 OFF, E3 factorial — YOUR talk.</a:t>
            </a:r>
          </a:p>
          <a:p>
            <a:r>
              <a:t>P1: inpaint / compression / exec horizon 10–26 / 1 multi-task ckpt vs 4.</a:t>
            </a:r>
          </a:p>
          <a:p>
            <a:r>
              <a:t>P2 / NOT Sep 9: correlated noise retrain, attn freeze, multi-sample, FAST λ, full 50-task.</a:t>
            </a:r>
          </a:p>
          <a:p/>
          <a:p>
            <a:r>
              <a:t>HF submission splits (4 group FT ckpts):</a:t>
            </a:r>
          </a:p>
          <a:p>
            <a:r>
              <a:t>Ckpt1 (20), Ckpt2 (16), Ckpt3 (13), Ckpt4 (1=task 40).</a:t>
            </a:r>
          </a:p>
          <a:p>
            <a:r>
              <a:t>Prefer these for P0; skip 2TB demos / 260GB RGB unless training.</a:t>
            </a:r>
          </a:p>
          <a:p>
            <a:r>
              <a:t>Also available: behavior_50t_checkpoint (authors guess ~15–20% 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 / RUN ONE-PAGER</a:t>
            </a:r>
          </a:p>
          <a:p/>
          <a:p>
            <a:r>
              <a:t>Outlines on box: /workspace/vla-task-adapt-behavior/env_outline/</a:t>
            </a:r>
          </a:p>
          <a:p>
            <a:r>
              <a:t>(mamba env + uv for JAX serve; sbatch_policy_server / sbatch_eval_array / run_ablation_matrix)</a:t>
            </a:r>
          </a:p>
          <a:p/>
          <a:p>
            <a:r>
              <a:t>Policy server: uv run scripts/serve_b1k.py with task_checkpoint_mapping.json</a:t>
            </a:r>
          </a:p>
          <a:p>
            <a:r>
              <a:t>Eval: BEHAVIOR-1K omnigibson/learning/eval.py policy=websocket</a:t>
            </a:r>
          </a:p>
          <a:p/>
          <a:p>
            <a:r>
              <a:t>Drive conditions via run_ablation_matrix.sh flags: gripper, System2, compression, exec_horizon.</a:t>
            </a:r>
          </a:p>
          <a:p>
            <a:r>
              <a:t>Prefer Slurm array over one mega-job (paper: memory leaks / high RAM).</a:t>
            </a:r>
          </a:p>
          <a:p>
            <a:r>
              <a:t>Main ops blocker = simulator bring-up, not ablation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BUDGET ONE-PAGER</a:t>
            </a:r>
          </a:p>
          <a:p/>
          <a:p>
            <a:r>
              <a:t>Smoke (1 task × 1 inst × 2 cond): 2–6 GPU-h</a:t>
            </a:r>
          </a:p>
          <a:p>
            <a:r>
              <a:t>Full P0 matrix (~10×4×3–5 eps ≈ 120–200 eps): ~40–120 GPU-h</a:t>
            </a:r>
          </a:p>
          <a:p>
            <a:r>
              <a:t>Policy VRAM: ~24 GB (4090-class OK per paper App. B)</a:t>
            </a:r>
          </a:p>
          <a:p>
            <a:r>
              <a:t>Eval node sys RAM: ≥48–64 GB (leaks; don’t pack many sims/node)</a:t>
            </a:r>
          </a:p>
          <a:p>
            <a:r>
              <a:t>Wall @ 8 parallel eval GPUs: ~1–2 days (paper: 500 eps ~10 days single box)</a:t>
            </a:r>
          </a:p>
          <a:p/>
          <a:p>
            <a:r>
              <a:t>NOT included: any E8–E12 training. Full recipe ~3000+ GPU-h / ~$13k — explicitly non-feasible for Sep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CRITERIA — close cleanly</a:t>
            </a:r>
          </a:p>
          <a:p/>
          <a:p>
            <a:r>
              <a:t>PASS bars:</a:t>
            </a:r>
          </a:p>
          <a:p>
            <a:r>
              <a:t>• Directional gripper drop on grasp-heavy (order-compatible with ~2.2×)</a:t>
            </a:r>
          </a:p>
          <a:p>
            <a:r>
              <a:t>• System2 failure-mode shift (↑ order/confusion on ambiguous)</a:t>
            </a:r>
          </a:p>
          <a:p>
            <a:r>
              <a:t>• Interaction: A3 ≤ min(A1,A2) on aggregate partial</a:t>
            </a:r>
          </a:p>
          <a:p/>
          <a:p>
            <a:r>
              <a:t>NOT a gate: global q=0.26. Training innovations (correlated noise, mixed attn) remain UNABLATED at scale — say that explicitly; future work / P2.</a:t>
            </a:r>
          </a:p>
          <a:p/>
          <a:p>
            <a:r>
              <a:t>Honesty: claim partial-success / failure-mode deltas, not “reproduce 26%.”</a:t>
            </a:r>
          </a:p>
          <a:p>
            <a:r>
              <a:t>Invite Q&amp;A on subset choice, failure tagging, and whether heuristics should be in methods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empiric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otion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yst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actorial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kp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env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pu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ccess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Empiricist  ·  11+3  ·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