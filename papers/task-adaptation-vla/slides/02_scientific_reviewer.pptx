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(seat 4) — 8 min + 3 Q&amp;A</a:t>
            </a:r>
          </a:p>
          <a:p>
            <a:r>
              <a:t>No motivation tour. Jump straight to strengths / weaknesses / actionable list.</a:t>
            </a:r>
          </a:p>
          <a:p>
            <a:r>
              <a:t>Tone: fair but sharp. Authors already admit gaps — use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</a:t>
            </a:r>
          </a:p>
          <a:p>
            <a:r>
              <a:t>• Code + HF weights public — rare for competition winners</a:t>
            </a:r>
          </a:p>
          <a:p>
            <a:r>
              <a:t>• Coherent correlated-noise train↔infer story (βΣ + soft inpaint)</a:t>
            </a:r>
          </a:p>
          <a:p>
            <a:r>
              <a:t>• Honest framing: “not rigorous science” / competition report</a:t>
            </a:r>
          </a:p>
          <a:p>
            <a:r>
              <a:t>• pub≈priv (0.2605 / 0.2599) — not a public-overfit story</a:t>
            </a:r>
          </a:p>
          <a:p>
            <a:r>
              <a:t>• System 2 addresses a real failure mode (visual aliasing)</a:t>
            </a:r>
          </a:p>
          <a:p>
            <a:r>
              <a:t>• Clear control spine others can build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(pace these)</a:t>
            </a:r>
          </a:p>
          <a:p>
            <a:r>
              <a:t>1. No factorial ablations — 1st place ≠ component necessity (§1.4 admitted)</a:t>
            </a:r>
          </a:p>
          <a:p>
            <a:r>
              <a:t>2. Task-ID embeddings + 4 ckpts weaken open-vocab VLA claim</a:t>
            </a:r>
          </a:p>
          <a:p>
            <a:r>
              <a:t>3. Heuristics mixed with science — gripper rule may inflate leaderboard</a:t>
            </a:r>
          </a:p>
          <a:p>
            <a:r>
              <a:t>4. Underspecified LR / seeds / learning curves</a:t>
            </a:r>
          </a:p>
          <a:p>
            <a:r>
              <a:t>5. Gripper 2.2× claim on only 13×3 = 39 episodes — small-N</a:t>
            </a:r>
          </a:p>
          <a:p>
            <a:r>
              <a:t>6. Undertrained (~2 epochs) confounds architecture conclusions</a:t>
            </a:r>
          </a:p>
          <a:p>
            <a:r>
              <a:t>Also: train demos biased easier than eval instances (§8.1.2); idealized teleop manifold.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ACTIONABLE ABLATION LIST — gift to Empiricist</a:t>
            </a:r>
          </a:p>
          <a:p>
            <a:r>
              <a:t>P0: Gripper OFF, System2 OFF, E1×E2 factorial</a:t>
            </a:r>
          </a:p>
          <a:p>
            <a:r>
              <a:t>P1: Soft inpaint modes, compression, exec horizon 10–26, 1 vs 4 ckpts</a:t>
            </a:r>
          </a:p>
          <a:p>
            <a:r>
              <a:t>P2: β∈{0,0.5,1} retrain, attn freeze, multi-sample N, FAST λ</a:t>
            </a:r>
          </a:p>
          <a:p>
            <a:r>
              <a:t>Reporting: seeds + curves; separate competition heuristics from methods tables</a:t>
            </a:r>
          </a:p>
          <a:p/>
          <a:p>
            <a:r>
              <a:t>Challenge design ask: scientific prize track with mandatory component ablations on fixed public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PRIORITY TABLE (quick visual)</a:t>
            </a:r>
          </a:p>
          <a:p>
            <a:r>
              <a:t>Emphasize P0 is inference-only and Sep-9 feasible; P2 is not.</a:t>
            </a:r>
          </a:p>
          <a:p>
            <a:r>
              <a:t>Hand to Empiricist cleanly: “Kanta will show the factorial design.”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CLOSE</a:t>
            </a:r>
          </a:p>
          <a:p>
            <a:r>
              <a:t>Restate: strengths real; science incomplete without factorials; heuristics need with/without reporting.</a:t>
            </a:r>
          </a:p>
          <a:p>
            <a:r>
              <a:t>Q&amp;A on critique only — don’t steal Empiricist experiment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ction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Reviewer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Strengths real · science incomplete without factorials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