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(seat 5) — 18 min + 3 Q&amp;A</a:t>
            </a:r>
          </a:p>
          <a:p>
            <a:r>
              <a:t>Set the room: why this paper, what they achieved, how the stack works at a high level.</a:t>
            </a:r>
          </a:p>
          <a:p>
            <a:r>
              <a:t>Motivation: multi-minute bimanual + mobile household chores still unsolved.</a:t>
            </a:r>
          </a:p>
          <a:p>
            <a:r>
              <a:t>Problem: 50 tasks; rank by partial-progress q_score on held-out instances.</a:t>
            </a:r>
          </a:p>
          <a:p>
            <a:r>
              <a:t>Keep energy high; leave Empiricist to own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/ PROBLEM (brief)</a:t>
            </a:r>
          </a:p>
          <a:p>
            <a:r>
              <a:t>BEHAVIOR Challenge: 50 long-horizon household tasks in OmniGibson.</a:t>
            </a:r>
          </a:p>
          <a:p>
            <a:r>
              <a:t>Episodes avg ~6.6 min, longest ~14 min. Bimanual + mobile base.</a:t>
            </a:r>
          </a:p>
          <a:p>
            <a:r>
              <a:t>Ranking metric = q_score (average partial goal fraction), not only binary success.</a:t>
            </a:r>
          </a:p>
          <a:p>
            <a:r>
              <a:t>Binary success alone understates progress — partial ≈ half of q-score for this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LEADERBOARD</a:t>
            </a:r>
          </a:p>
          <a:p>
            <a:r>
              <a:t>1st place — Robot Learning Collective.</a:t>
            </a:r>
          </a:p>
          <a:p>
            <a:r>
              <a:t>q_score ~26% (public 0.2605 / private 0.2599) — tight pub≈priv.</a:t>
            </a:r>
          </a:p>
          <a:p>
            <a:r>
              <a:t>Binary success only ~11–12%.</a:t>
            </a:r>
          </a:p>
          <a:p>
            <a:r>
              <a:t>Peers in Table 1: Comet (NVIDIA), SimpleAI, Huawei North Star, Embodied Intelligence — not architectural apples-to-apples.</a:t>
            </a:r>
          </a:p>
          <a:p>
            <a:r>
              <a:t>Authors: competition report, not rigorous science (§1.4, §9.3, §10).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MOTION-CONTROL SPINE (Stakeholder visual — critical)</a:t>
            </a:r>
          </a:p>
          <a:p>
            <a:r>
              <a:t>Walk this diagram slowly — it is the shared spine for the whole club.</a:t>
            </a:r>
          </a:p>
          <a:p/>
          <a:p>
            <a:r>
              <a:t>H=30 predict → execute 26 → soft inpaint 4 (t&gt;0.3) → replan every 26.</a:t>
            </a:r>
          </a:p>
          <a:p>
            <a:r>
              <a:t>Mostly open-loop inside chunk; closed-loop via System 2 vote + gripper rules.</a:t>
            </a:r>
          </a:p>
          <a:p>
            <a:r>
              <a:t>Cubic 1.3× compression (26→20 @ 30 Hz); disable on gripper change.</a:t>
            </a:r>
          </a:p>
          <a:p>
            <a:r>
              <a:t>Stages 5–15/task — implicit skill chaining, NO separate skill library / planner passes (simpler than Hi Robot CoT).</a:t>
            </a:r>
          </a:p>
          <a:p>
            <a:r>
              <a:t>Absent: classical MP, MPC, ACT temporal ensemble, skill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HIGHLIGHTS</a:t>
            </a:r>
          </a:p>
          <a:p>
            <a:r>
              <a:t>Pi0.5 / OpenPI backbone (SigLIP frozen, PaliGemma + ~311M action expert).</a:t>
            </a:r>
          </a:p>
          <a:p>
            <a:r>
              <a:t>Correlated-noise flow matching β=0.5 — aligns train distribution with structured trajectories used at inpaint.</a:t>
            </a:r>
          </a:p>
          <a:p>
            <a:r>
              <a:t>Learnable mixed-layer KV attention (init identity).</a:t>
            </a:r>
          </a:p>
          <a:p>
            <a:r>
              <a:t>Language dropped → 50 trainable task embeddings; ship 4 group fine-tuned checkpoints.</a:t>
            </a:r>
          </a:p>
          <a:p>
            <a:r>
              <a:t>Multi-sample FM (N=15), FAST aux λ=0.05.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2 (brief for Stakeholder — Empiricist will go deeper)</a:t>
            </a:r>
          </a:p>
          <a:p>
            <a:r>
              <a:t>Non-Markovian stage tracking + 3-frame majority vote.</a:t>
            </a:r>
          </a:p>
          <a:p>
            <a:r>
              <a:t>Handles visual aliasing (radio/microwave Fig. 2).</a:t>
            </a:r>
          </a:p>
          <a:p>
            <a:r>
              <a:t>Fused into task tokens for the action expert.</a:t>
            </a:r>
          </a:p>
          <a:p>
            <a:r>
              <a:t>This is outer-loop control context, not a geometric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FINDINGS</a:t>
            </a:r>
          </a:p>
          <a:p>
            <a:r>
              <a:t>• Gripper heuristic huge on grasp subsets (~2.2× q on 13×3 eps) — Empiricist will stress-test this</a:t>
            </a:r>
          </a:p>
          <a:p>
            <a:r>
              <a:t>• Multi-task IL → emergent recovery (qualitative vs single-task)</a:t>
            </a:r>
          </a:p>
          <a:p>
            <a:r>
              <a:t>• Undertrained: only ~2 epochs; ~$13k train budget on 8×H200 (~15 days multi-task + ~1 week/group FT)</a:t>
            </a:r>
          </a:p>
          <a:p>
            <a:r>
              <a:t>• Inference: single RTX 4090 24GB; pub≈priv suggests decent generalization to private instances</a:t>
            </a:r>
          </a:p>
          <a:p>
            <a:r>
              <a:t>• Intermediate 50-task ckpt guessed ~15–20% q (authors; not full eval)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FIGURE CONTEXT (optional visual from PDF page)</a:t>
            </a:r>
          </a:p>
          <a:p>
            <a:r>
              <a:t>Point at architecture / results figures if helpful for the room.</a:t>
            </a:r>
          </a:p>
          <a:p>
            <a:r>
              <a:t>Code: github.com/IliaLarchenko/behavior-1k-solution</a:t>
            </a:r>
          </a:p>
          <a:p>
            <a:r>
              <a:t>HF: IliaLarchenko/behavior_submission (4 ckpts)</a:t>
            </a:r>
          </a:p>
          <a:p>
            <a:r>
              <a:t>Don’t steal Empiricist’s factorial thunder — hand off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 COST CARD (verbal if no extra slide needed — this is wrap)</a:t>
            </a:r>
          </a:p>
          <a:p>
            <a:r>
              <a:t>8×H200 FSDP; ~15 days multi-task + ~1 week per group FT; ~2 epochs; ~$13k.</a:t>
            </a:r>
          </a:p>
          <a:p>
            <a:r>
              <a:t>Infer: 4090 24GB. Full 500-ep eval ~10 days single box; &lt;2 days with parallelism.</a:t>
            </a:r>
          </a:p>
          <a:p>
            <a:r>
              <a:t>Hand off to Scientific Reviewer for critique, Empiricist for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/ Q&amp;A buffer for Stakeholder</a:t>
            </a:r>
          </a:p>
          <a:p>
            <a:r>
              <a:t>Restate: 1st place ~26% q / ~11–12% binary; control spine is chunking + System2 + gripper; authors invite ablations.</a:t>
            </a:r>
          </a:p>
          <a:p>
            <a:r>
              <a:t>Invite questions on leaderboard, deploy stack, or train cost — park ablation design for Empiricist.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50 long-horizon household tasks · partial-progress q_score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otion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ethod_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yst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28600"/>
            <a:ext cx="88696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title page · arXiv 2512.06951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Cost &amp;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~$13k train · 4090 infer · Reviewer next, Empiricist owns ablations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Leaderboard · deploy · cost — ablations → Empiricist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