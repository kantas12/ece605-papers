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Protocol&gt;architecture. Slogan + tattoo chips 49→79 / 3× / −5 vs −80 / +62 / no new 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arc: buy → ROI → protocol → vs DAgger → moats → risks → decision → noise axes → evidence → 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Buy: safer collection, 3× compute, HSR lift, BC pipeline fit — no architecture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ROI tattoo: 49/79/72 / +62% / 3× / −5% vs −80% / α inverted-U.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 steps: noise model → Σ̂ → α-shrink → collect → aggregate BC → iterate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Vs DAgger table: who acts/labels, retrain, danger, human load, collect 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Moats: MuJoCo parity, compute+safety, isotropic ablation, real humans, theory, open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Risks: α too aggressive, noise class, still iterative, coverage, 2017≠product, supervisor-unaffected.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adopt recovery-augmentation recipe; do/pilot/don’t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Action≠state≠chunking — buy the right knob; complementary to chunking.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HSR evidence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MuJoCo evidence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card shared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asks: buy idea, insist Σ^α, track collect reward, task-gate+chunk.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3_b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4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5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6_vs_d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7_mo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8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9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0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1_h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2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