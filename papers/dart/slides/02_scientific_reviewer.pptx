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Solid CoRL’17; method aged better than HSR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Claim: optimized supervisor-side action noise ≈ DAgger robustness, safer/cheaper, HSR +62% 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positioning, Lemma+Prop, dual supervisors, noise opt ablations, honest α=6, ops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Weak1: n=4/20, bounded-l vs L2, Half-Cheetah |X|=117, thin seed 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Weak2: DAgger-B fairness, supervisor-unaffected, no physical DAgger, Prop sharpness.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board Fig.2+3.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Theory stress-test: keep KL→Σ̂ elegance; tighten loss bridge / dim / CIs / physical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accept contribution; syllabus cornerstone; punish HSR overclaim.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Actionable fixes list (8 items).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accept + praise + punish + syllabus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wea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wea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