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WEIGHT 3. Slogan + genealogy one-liner with CLEAR/TENTATIVE. Tattoo 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with CLEAR/TENTATIVE badges on each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 table: ALVINN, Ross&amp;Bagnell, DAgger, SEARN/AggreVaTe, PoE, query-eff, GAIL, folklore — labels on-slide.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DART pivot box Eq.3+4 α-shrinkage; NOT DAgger / IS DART / IS NOT state noise / α prior.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cartoon page-04 full-slide.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lineage diagram CLEAR vs TENTATIVE badges + one-liner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CLEAR cite RSS’23 [36]: noise→corrective but breaks fine teleop → chunking. Keep/reject/moral.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rhymes: DP, DROID, OXE/Octo/OpenVLA, π₀/π₀.₅ FM≠DART, domain rand CLEAR≠.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deep dive: compounding T, boundary recovery, action≠state, schedule, vs DAgger locus.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later learned +/−.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+ syllabus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card shared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MuJoCo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HSR 49/79/72.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Fig.4–5.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six takeaways; police CLEAR vs TENTATIVE.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rhy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4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5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6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