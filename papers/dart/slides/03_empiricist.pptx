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Smoke cards; GPU honesty; directional ≠ paper parity. Humanoid-200=N; real HSR=N.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H-dart&gt;bc / H-opt&gt;iso / H-alpha-sweet / H-parity-dagger / H-shift / H-recover.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Minimal matrix BC|isotropic|DART_α×Hopper×K=2 + Tr(Σ)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table from DELIVERABLE: Hopper 0–8GB Y; Humanoid/HSR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 α / type / Tr cards — Ablation Bot #1–#3 proxies.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bar table: feasible vs NOT required (no 3×/79% from smoke).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 deep dive: dual-dist loss, kicks, action≠state, log α/tr, collect 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claim test: noise-only vs chunking-only vs chunk+gated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Fig.2/3 targets — morals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Fig.4–5 shift + Wishart.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Knobs: β=0.5, α defaults, held-out Σ̂, 50 subsample, K=2, 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 N list; Y-first Hopper P0.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P0 first; directional; never claim paper parity; test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2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3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4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5_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6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7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8_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9_fi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0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1_kn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2_de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