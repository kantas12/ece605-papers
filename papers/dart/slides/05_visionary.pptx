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NO Discord/Drive. Narrative: DAgger query mistakes; DART rehearse; 2026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arc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BEHAVIOR needs: slip/miss, occlusion, stage drift, distractors.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Steal recovery-demo+α beside π₀.₅/N1.7; pair with modern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noises: demo DART / FM train / domain rand —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Task-gated noise table; ACT warning for fine contact.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narrative three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Motion deep dive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Follow-ups: Σ(x), DART+chunking, meta-α, VLA replay, layered compare, keep-fails.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apps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Anti-patterns →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Don’t claim VLA descendants; CLEAR vs TENTATIVE police.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Fig.2+3.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bite BEHAVIOR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+ no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four 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2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3_ne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4_s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5_noi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6_g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7_nar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8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9_follow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0_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1_a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2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3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4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5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6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