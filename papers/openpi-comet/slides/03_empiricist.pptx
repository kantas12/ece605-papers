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Empiricist: one falsifiable smoke. H1 under RH+abs+proprio+RGB, H=32 ≫ H=8 on turning_on_radio (paper 0.30 vs 0.00).</a:t>
            </a:r>
          </a:p>
          <a:p>
            <a:r>
              <a:t>No Stakeholder redo — jump to hypothesis and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H1: Under RH + abs joints + proprio + RGB, action horizon H=32 yields substantially higher success than H=8 on turning_on_radio, reproducing Table 3 #2 directionality (paper: 0.30 vs 0.00).</a:t>
            </a:r>
          </a:p>
          <a:p>
            <a:r>
              <a:t>Short SFT from released Comet ckpt enough for large ordinal gap even if absolute SR &lt;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Non-monotonic: 8→0.00, 16→0.10, 50→0.25, 32→0.30 best.</a:t>
            </a:r>
          </a:p>
          <a:p>
            <a:r>
              <a:t>Moderate horizons help multi-stage; too long introduces conflicting temporal deps.</a:t>
            </a:r>
          </a:p>
          <a:p>
            <a:r>
              <a:t>This is the clearest controlled long-horizon claim with a numeric ladder.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#2 Action Horizon rows. Hold fixed: Receding Horizon, RGB, 224.</a:t>
            </a:r>
          </a:p>
          <a:p>
            <a:r>
              <a:t>Mention optional E02 control-mode as lighter alt (eval-only).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IMPLEMENT: (1) clone openpi-comet + BEHAVIOR-1K; (2) warm-start HF pi05-b1kpt12-cs32; (3) two short SFT configs radio_h32 / radio_h8 ~2k steps; (4) serve_b1k receeding_horizon; (5) eval 5–10 instances OmniGibson.</a:t>
            </a:r>
          </a:p>
          <a:p>
            <a:r>
              <a:t>Configs: Pi0Config action_horizon 32|8, tasks=[turning_on_radio], LR 2.5e-6 if adapting.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~15–50 GPU-h total. SFT each ~2–6 GPU-h; eval sim-bound ~10–40.</a:t>
            </a:r>
          </a:p>
          <a:p>
            <a:r>
              <a:t>LoRA &gt;22.5 GB or full FT &gt;70 GB — prefer 1×A100-80 / H100 / H200.</a:t>
            </a:r>
          </a:p>
          <a:p>
            <a:r>
              <a:t>Paper full recipe (8×H200, 50k PT, 3×RFT) is orders of magnitude larger — do not promise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SUCCESS: ordinal gap H32−H8 ≥ +0.15 (or H32&gt;0, H8≈0). Absolute 0.30 / full Q OUT OF SCOPE for smoke.</a:t>
            </a:r>
          </a:p>
          <a:p>
            <a:r>
              <a:t>OPTIONAL lighter alt E02: fix H32 ckpt; eval-only RH vs temporal ensemble.</a:t>
            </a:r>
          </a:p>
          <a:p>
            <a:r>
              <a:t>Cite undertraining + fewer instances if absolute SR &lt; 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(~3). Point to env_outline/ sbatch scripts and DELIVERABLE E01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0F4FC"/>
                </a:solidFill>
                <a:latin typeface="Calibri"/>
              </a:defRPr>
            </a:pPr>
            <a:r>
              <a:t>OpenPI Comet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58A6FF"/>
                </a:solidFill>
                <a:latin typeface="Calibri"/>
              </a:defRPr>
            </a:pPr>
            <a:r>
              <a:t>Empiricist  ·  seat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ABE"/>
                </a:solidFill>
                <a:latin typeface="Calibri"/>
              </a:defRPr>
            </a:pPr>
            <a:r>
              <a:t>H1 horizon ablation · setup/run · GPU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AB4C"/>
                </a:solidFill>
              </a:defRPr>
            </a:pPr>
            <a:r>
              <a:t>11+3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ABE"/>
                </a:solidFill>
              </a:defRPr>
            </a:pPr>
            <a:r>
              <a:t>arXiv 2512.10071  ·  BEHAVIOR Challenge 2025  ·  smoke-run paper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H1 statement</a:t>
            </a:r>
          </a:p>
        </p:txBody>
      </p:sp>
      <p:pic>
        <p:nvPicPr>
          <p:cNvPr id="4" name="Picture 3" descr="gen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Horizon table — Table 3 #2</a:t>
            </a:r>
          </a:p>
        </p:txBody>
      </p:sp>
      <p:pic>
        <p:nvPicPr>
          <p:cNvPr id="4" name="Picture 3" descr="gen_horiz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Table 3 excerpt (paper)</a:t>
            </a:r>
          </a:p>
        </p:txBody>
      </p:sp>
      <p:pic>
        <p:nvPicPr>
          <p:cNvPr id="4" name="Picture 3" descr="crop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777240"/>
            <a:ext cx="11551615" cy="5674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Implement steps</a:t>
            </a:r>
          </a:p>
        </p:txBody>
      </p:sp>
      <p:pic>
        <p:nvPicPr>
          <p:cNvPr id="4" name="Picture 3" descr="gen_i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GPU budget</a:t>
            </a:r>
          </a:p>
        </p:txBody>
      </p:sp>
      <p:pic>
        <p:nvPicPr>
          <p:cNvPr id="4" name="Picture 3" descr="gen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AB4C"/>
                </a:solidFill>
              </a:defRPr>
            </a:pPr>
            <a:r>
              <a:t>11+3</a:t>
            </a:r>
          </a:p>
        </p:txBody>
      </p:sp>
      <p:pic>
        <p:nvPicPr>
          <p:cNvPr id="5" name="Picture 4" descr="gen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C"/>
                </a:solidFill>
              </a:defRPr>
            </a:pPr>
            <a:r>
              <a:t>Falsify the horizon claim on one easy task first — then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AB4C"/>
                </a:solidFill>
              </a:defRPr>
            </a:pPr>
            <a:r>
              <a:t>Q&amp;A  ·  timing 11+3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