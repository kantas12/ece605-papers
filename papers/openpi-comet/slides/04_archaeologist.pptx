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Archaeologist: where Comet sits in the literature. Adaptation study, not new VLA arch.</a:t>
            </a:r>
          </a:p>
          <a:p>
            <a:r>
              <a:t>No Stakeholder motivation redo.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PRIORS: π0 (Black et al.); RT-1/RT-2; Octo/OpenVLA; BEHAVIOR-1K (Li et al. 2024); skill-chaining lit (REJECTED — end-to-end bet); LLM-style RFT TRANSPLANTED; PiRL/RLinf (why online RL is hard here).</a:t>
            </a:r>
          </a:p>
          <a:p>
            <a:r>
              <a:t>Walk the timeline left→right, then bottom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LINEAGE claim: Adaptation study, not a new VLA architecture.</a:t>
            </a:r>
          </a:p>
          <a:p>
            <a:r>
              <a:t>Public π0.5 + data flywheel + inference mechanics. Novelty is the BEHAVIOR competition recipe + ablations, not a new backbone.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 critiques subtask chaining / skill graphs as incompatible with end-to-end VLA training.</a:t>
            </a:r>
          </a:p>
          <a:p>
            <a:r>
              <a:t>RFT transplanted from LLM/VLM rejection sampling literature (Ahn, Touvron, etc.).</a:t>
            </a:r>
          </a:p>
          <a:p>
            <a:r>
              <a:t>Online RL (PiRL/RLinf context) rejected for sample inefficiency + heterogeneous GPU needs (sim RT vs train Tensor).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SUBSEQUENT: Peer-reviewed follow-ups unclear; team released repo, post-challenge ckpts, HF RFT set (comet-1.5k).</a:t>
            </a:r>
          </a:p>
          <a:p>
            <a:r>
              <a:t>Code: mli0603/openpi-comet · HF: sunshk/openpi_comet · RFT data: delinqu/comet-1.5k.</a:t>
            </a:r>
          </a:p>
          <a:p>
            <a:r>
              <a:t>Released ckpts: pi05-b1kpt12-cs32, pi05-b1kpt50-cs32.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(~3). Emphasize lineage honesty over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0F4FC"/>
                </a:solidFill>
                <a:latin typeface="Calibri"/>
              </a:defRPr>
            </a:pPr>
            <a:r>
              <a:t>OpenPI Comet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58A6FF"/>
                </a:solidFill>
                <a:latin typeface="Calibri"/>
              </a:defRPr>
            </a:pPr>
            <a:r>
              <a:t>Archaeologist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AABE"/>
                </a:solidFill>
                <a:latin typeface="Calibri"/>
              </a:defRPr>
            </a:pPr>
            <a:r>
              <a:t>Prior lineage + subsequent releases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AB4C"/>
                </a:solidFill>
              </a:defRPr>
            </a:pPr>
            <a:r>
              <a:t>11+3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AABE"/>
                </a:solidFill>
              </a:defRPr>
            </a:pPr>
            <a:r>
              <a:t>arXiv 2512.10071  ·  BEHAVIOR Challenge 2025  ·  smoke-run paper club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Citation timeline / lineage map</a:t>
            </a:r>
          </a:p>
        </p:txBody>
      </p:sp>
      <p:pic>
        <p:nvPicPr>
          <p:cNvPr id="4" name="Picture 3" descr="gen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119" y="777240"/>
            <a:ext cx="9363456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Adaptation study — not a new VLA arch</a:t>
            </a:r>
          </a:p>
        </p:txBody>
      </p:sp>
      <p:pic>
        <p:nvPicPr>
          <p:cNvPr id="4" name="Picture 3" descr="gen_adap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Skill-chaining rejected → RFT transplant</a:t>
            </a:r>
          </a:p>
        </p:txBody>
      </p:sp>
      <p:pic>
        <p:nvPicPr>
          <p:cNvPr id="4" name="Picture 3" descr="ge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Subsequent releases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286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AB4C"/>
                </a:solidFill>
              </a:defRPr>
            </a:pPr>
            <a:r>
              <a:t>11+3</a:t>
            </a:r>
          </a:p>
        </p:txBody>
      </p:sp>
      <p:pic>
        <p:nvPicPr>
          <p:cNvPr id="5" name="Picture 4" descr="gen_subsequ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8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C"/>
                </a:solidFill>
              </a:defRPr>
            </a:pPr>
            <a:r>
              <a:t>Comet is a competition adaptation paper with a reusable public stack.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AB4C"/>
                </a:solidFill>
              </a:defRPr>
            </a:pPr>
            <a:r>
              <a:t>Q&amp;A  ·  timing 11+3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