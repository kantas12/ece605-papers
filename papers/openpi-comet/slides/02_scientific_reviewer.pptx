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 role: critique, not summary. Skip motivation/background already covered by Stakeholder.</a:t>
            </a:r>
          </a:p>
          <a:p>
            <a:r>
              <a:t>Structure: strengths → weaknesses → ablation critique → fixes. ~8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STRENGTHS: Reusable recipe; coverage ablation; specified RFT; inference/data ablations; honest headroom; code out.</a:t>
            </a:r>
          </a:p>
          <a:p>
            <a:r>
              <a:t>Credit the engineering clarity and reproducibility intent.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WEAKNESSES: Q undefined; ablations mostly on easy turning_on_radio; post-challenge missing test Q; oracle easy to misread; no error bars; no modular baseline.</a:t>
            </a:r>
          </a:p>
          <a:p>
            <a:r>
              <a:t>Also: incomplete competition Val Q footnote; planner/offline-RL contribution not isolated.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Tables 3–4 almost entirely on turning_on_radio (easy/robust). Extrapolation to Tasks 48/49 / full Q unsupported.</a:t>
            </a:r>
          </a:p>
          <a:p>
            <a:r>
              <a:t>Largest single-task deltas (horizon, resolution, abs vs delta) need hard-task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table briefly: control mode, horizon, modality, resolution — all on one easy task.</a:t>
            </a:r>
          </a:p>
          <a:p>
            <a:r>
              <a:t>Ask: which deltas survive on long-horizon failures?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ACTIONABLE FIXES: Define Q; hard-task ablation panel; post-challenge test Q; mean±std; publish balance weights; hierarchical baseline; held-out RFT; turn oracle into a router.</a:t>
            </a:r>
          </a:p>
          <a:p>
            <a:r>
              <a:t>Prioritize define-Q + hard-task panel + error bars for next revision.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(~3). Avoid re-describing method; stay on critique and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0F4FC"/>
                </a:solidFill>
                <a:latin typeface="Calibri"/>
              </a:defRPr>
            </a:pPr>
            <a:r>
              <a:t>OpenPI Comet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58A6FF"/>
                </a:solidFill>
                <a:latin typeface="Calibri"/>
              </a:defRPr>
            </a:pPr>
            <a:r>
              <a:t>Scientific Reviewer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AABE"/>
                </a:solidFill>
                <a:latin typeface="Calibri"/>
              </a:defRPr>
            </a:pPr>
            <a:r>
              <a:t>Strengths · Weaknesses · Actionable fixes  (NOT a paper tour)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AB4C"/>
                </a:solidFill>
              </a:defRPr>
            </a:pPr>
            <a:r>
              <a:t>8+3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0AABE"/>
                </a:solidFill>
              </a:defRPr>
            </a:pPr>
            <a:r>
              <a:t>arXiv 2512.10071  ·  BEHAVIOR Challenge 2025  ·  smoke-run paper club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Strengths</a:t>
            </a:r>
          </a:p>
        </p:txBody>
      </p:sp>
      <p:pic>
        <p:nvPicPr>
          <p:cNvPr id="4" name="Picture 3" descr="gen_str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7" y="777240"/>
            <a:ext cx="104038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Weaknesses</a:t>
            </a:r>
          </a:p>
        </p:txBody>
      </p:sp>
      <p:pic>
        <p:nvPicPr>
          <p:cNvPr id="4" name="Picture 3" descr="gen_weakne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7" y="777240"/>
            <a:ext cx="104038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Ablation critique — Tables 3–4</a:t>
            </a:r>
          </a:p>
        </p:txBody>
      </p:sp>
      <p:pic>
        <p:nvPicPr>
          <p:cNvPr id="4" name="Picture 3" descr="gen_ablation_criti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7" y="777240"/>
            <a:ext cx="104038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Table 3 as published (radio only)</a:t>
            </a:r>
          </a:p>
        </p:txBody>
      </p:sp>
      <p:pic>
        <p:nvPicPr>
          <p:cNvPr id="4" name="Picture 3" descr="crop_tabl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777240"/>
            <a:ext cx="11551615" cy="56744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Actionable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286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AB4C"/>
                </a:solidFill>
              </a:defRPr>
            </a:pPr>
            <a:r>
              <a:t>8+3</a:t>
            </a:r>
          </a:p>
        </p:txBody>
      </p:sp>
      <p:pic>
        <p:nvPicPr>
          <p:cNvPr id="5" name="Picture 4" descr="gen_fi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7" y="777240"/>
            <a:ext cx="104038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8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4FC"/>
                </a:solidFill>
              </a:defRPr>
            </a:pPr>
            <a:r>
              <a:t>Strong recipe paper — strengthen claims with hard-task evidence and defined metrics.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AB4C"/>
                </a:solidFill>
              </a:defRPr>
            </a:pPr>
            <a:r>
              <a:t>Q&amp;A  ·  timing 8+3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