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I'm Stakeholder for OpenPI Comet. Goal: system diagram, leaderboard, coverage ladder, method+findings in ~18 minutes. Paper: Team Comet adapts public π0.5 (OpenPI) to 50 long-horizon BEHAVIOR-1K household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MOTIVATION: Minute-scale household skill chaining fails; BEHAVIOR is the public scoreboard.</a:t>
            </a:r>
          </a:p>
          <a:p>
            <a:r>
              <a:t>PROBLEM: 50 full BDDL activities; rank by test Q; bet one end-to-end public VLA can compete without a skill graph.</a:t>
            </a:r>
          </a:p>
          <a:p>
            <a:r>
              <a:t>METHOD: π0.5 + heterogeneous pre-train (coverage ladder) + 3-round RFT + RH control (H=32), abs/30Hz/state/RGB.</a:t>
            </a:r>
          </a:p>
          <a:p>
            <a:r>
              <a:t>Visual: head+wrist RGB + language + proprio → transformer action expert → continuous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Figure 1(a): pre-training on large-scale heterogeneous data (~1.5k hours: human demos + planner + offline RL).</a:t>
            </a:r>
          </a:p>
          <a:p>
            <a:r>
              <a:t>Figure 1(b): iterative RFT — pose perturbation → rollout → BDDL success filter → keep successes → retrain.</a:t>
            </a:r>
          </a:p>
          <a:p>
            <a:r>
              <a:t>No modular skill chaining — end-to-end adaptation of public 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FINDINGS contest: 2nd place — test Q 0.2514, 22/50 tasks (winner 0.2599).</a:t>
            </a:r>
          </a:p>
          <a:p>
            <a:r>
              <a:t>Competition Val Q incomplete footnote (0.1830) vs stronger Test — ranking is by Test Q.</a:t>
            </a:r>
          </a:p>
          <a:p>
            <a:r>
              <a:t>Post-challenge (refined balancing): val Q 0.3453, SR 0.1500 — above winner's val Q 0.2605.</a:t>
            </a:r>
          </a:p>
          <a:p>
            <a:r>
              <a:t>Note post-challenge has no published test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Pre-train coverage ablation (Fig 3): successful tasks 2 → 6 → 9 → 11 as coverage expands.</a:t>
            </a:r>
          </a:p>
          <a:p>
            <a:r>
              <a:t>pt1 only succeeds on 2 tasks; purely task-specific adaptation insufficient.</a:t>
            </a:r>
          </a:p>
          <a:p>
            <a:r>
              <a:t>After pt50 pre-train: Val Q 0.192 — still need post-train.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Figure 3 nested coverage visualization. Broader task coverage improves generalization.</a:t>
            </a:r>
          </a:p>
          <a:p>
            <a:r>
              <a:t>Talk to the ladder story, then transition to RFT for the remaining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RFT N=3 (~8500 rollouts/round → 1469 kept after dedup/balancing).</a:t>
            </a:r>
          </a:p>
          <a:p>
            <a:r>
              <a:t>Challenge-era post-train Val Q 0.224; refined balancing → 0.345 with two checkpoints.</a:t>
            </a:r>
          </a:p>
          <a:p>
            <a:r>
              <a:t>Theoretical best aggregating historical successes: Val Q 0.611 (SR 0.35) = headroom, NOT a deployable policy.</a:t>
            </a:r>
          </a:p>
          <a:p>
            <a:r>
              <a:t>Story: public VLA + flywheel works; hard half and oracle gap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inference/data defaults: RH, H=32, abs joints, 30Hz, state on, RGB.</a:t>
            </a:r>
          </a:p>
          <a:p>
            <a:r>
              <a:t>Wrong controller/Hz/frame → ~0% on turning_on_radio probe.</a:t>
            </a:r>
          </a:p>
          <a:p>
            <a:r>
              <a:t>High-res (720/480) doubles probe SR 0.30→0.60.</a:t>
            </a:r>
          </a:p>
          <a:p>
            <a:r>
              <a:t>These knobs are as important as the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Long-horizon multi-stage household tasks: nav, fine manip, tool use.</a:t>
            </a:r>
          </a:p>
          <a:p>
            <a:r>
              <a:t>Completes 22/50 — easy tasks robust; many zero-success remain.</a:t>
            </a:r>
          </a:p>
          <a:p>
            <a:r>
              <a:t>Use as visual proof of breadth before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FINDINGS: Contest 2nd (0.2514); post-challenge val Q 0.3453; wrong controller/Hz/frame → ~0%; high-res doubles probe SR; oracle 0.611 = headroom.</a:t>
            </a:r>
          </a:p>
          <a:p>
            <a:r>
              <a:t>TAKEAWAY: Public VLA + flywheel works; gap is post-train efficiency + hard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for Q&amp;A (~3 min). Point reviewers to code: github.com/mli0603/openpi-comet · HF sunshk/openpi_comet.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0F4FC"/>
                </a:solidFill>
                <a:latin typeface="Calibri"/>
              </a:defRPr>
            </a:pPr>
            <a:r>
              <a:t>OpenPI Comet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58A6FF"/>
                </a:solidFill>
                <a:latin typeface="Calibri"/>
              </a:defRPr>
            </a:pPr>
            <a:r>
              <a:t>Stakeholder  ·  Kanta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ABE"/>
                </a:solidFill>
                <a:latin typeface="Calibri"/>
              </a:defRPr>
            </a:pPr>
            <a:r>
              <a:t>OpenPI Comet / BEHAVIOR Challenge / 2nd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AB4C"/>
                </a:solidFill>
              </a:defRPr>
            </a:pPr>
            <a:r>
              <a:t>18+3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ABE"/>
                </a:solidFill>
              </a:defRPr>
            </a:pPr>
            <a:r>
              <a:t>arXiv 2512.10071  ·  BEHAVIOR Challenge 2025  ·  smoke-run paper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System / method pipeline</a:t>
            </a:r>
          </a:p>
        </p:txBody>
      </p:sp>
      <p:pic>
        <p:nvPicPr>
          <p:cNvPr id="4" name="Picture 3" descr="ge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Fig 1 — Pre-train + RFT flywheel (paper)</a:t>
            </a:r>
          </a:p>
        </p:txBody>
      </p:sp>
      <p:pic>
        <p:nvPicPr>
          <p:cNvPr id="4" name="Picture 3" descr="crop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777240"/>
            <a:ext cx="11551615" cy="5471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Leaderboard — Table 1</a:t>
            </a:r>
          </a:p>
        </p:txBody>
      </p:sp>
      <p:pic>
        <p:nvPicPr>
          <p:cNvPr id="4" name="Picture 3" descr="gen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Coverage ladder — pt1 → pt7 → pt10 → pt50</a:t>
            </a:r>
          </a:p>
        </p:txBody>
      </p:sp>
      <p:pic>
        <p:nvPicPr>
          <p:cNvPr id="4" name="Picture 3" descr="gen_coverag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Fig 3 — paper coverage figure</a:t>
            </a:r>
          </a:p>
        </p:txBody>
      </p:sp>
      <p:pic>
        <p:nvPicPr>
          <p:cNvPr id="4" name="Picture 3" descr="crop_fig3_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008" y="777240"/>
            <a:ext cx="848167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RFT post-train — 0.192 → 0.345 · oracle 0.611</a:t>
            </a:r>
          </a:p>
        </p:txBody>
      </p:sp>
      <p:pic>
        <p:nvPicPr>
          <p:cNvPr id="4" name="Picture 3" descr="gen_rft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Defaults that matter</a:t>
            </a:r>
          </a:p>
        </p:txBody>
      </p:sp>
      <p:pic>
        <p:nvPicPr>
          <p:cNvPr id="4" name="Picture 3" descr="gen_de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Qualitative rollouts (Fig 5)</a:t>
            </a:r>
          </a:p>
        </p:txBody>
      </p:sp>
      <p:pic>
        <p:nvPicPr>
          <p:cNvPr id="4" name="Picture 3" descr="crop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998" y="777240"/>
            <a:ext cx="449569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4FC"/>
                </a:solidFill>
                <a:latin typeface="Calibri"/>
              </a:defRPr>
            </a:pPr>
            <a:r>
              <a:t>Findings +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2860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AB4C"/>
                </a:solidFill>
              </a:defRPr>
            </a:pPr>
            <a:r>
              <a:t>18+3</a:t>
            </a:r>
          </a:p>
        </p:txBody>
      </p:sp>
      <p:pic>
        <p:nvPicPr>
          <p:cNvPr id="5" name="Picture 4" descr="gen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777240"/>
            <a:ext cx="104038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4FC"/>
                </a:solidFill>
              </a:defRPr>
            </a:pPr>
            <a:r>
              <a:t>Public VLA + data flywheel is competitive — close the hard-task gap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AB4C"/>
                </a:solidFill>
              </a:defRPr>
            </a:pPr>
            <a:r>
              <a:t>Q&amp;A  ·  timing 18+3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