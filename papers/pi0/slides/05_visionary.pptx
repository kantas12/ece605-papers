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seat 3 · 11+3.</a:t>
            </a:r>
          </a:p>
          <a:p>
            <a:r>
              <a:t>NO Discord / Drive digressions. Stay on 2026 BEHAVIOR control bets.</a:t>
            </a:r>
          </a:p>
          <a:p>
            <a:r>
              <a:t>Durable idea: VLM semantic prior + generative continuous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ARC — DP/ACT chunk habit → π₀ FM on VLM → π₀.₅ hierarchy → RTC async → ’26 defaults.</a:t>
            </a:r>
          </a:p>
          <a:p>
            <a:r>
              <a:t>2025 winners specialized noise+overlap; did not replace the 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BEHAVIOR DEFAULTS — THE talk figure.</a:t>
            </a:r>
          </a:p>
          <a:p>
            <a:r>
              <a:t>FM+chunk prior · start pi05_base · deploy RTC · hierarchy next · port ’25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IDEA — head may shift; chunked continuous interface will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TRY — six concrete steps. Dual-track vs GR00T on 7-scene split, not Twitter.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show inheritance into BEHAVIOR without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KNOBS — H/Tₐ/NFE/async/Σ are the 2026 control research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OT-CFM chunks — train FM, deploy with RTC soft-inpaint.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why VLM prior + action expert remains the bet even as heads hybridize.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13 — long-horizon household = why hierarchy/stage memory matters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durable idea; start pi05_base; RTC deploy; 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e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rable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cfm_ch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