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ARCHAEOLOGIST OPENING — seat 1 = Kanta (YOU). Timing 11+3. DENSEST DECK.</a:t>
            </a:r>
          </a:p>
          <a:p/>
          <a:p>
            <a:r>
              <a:t>You own intellectual history and the club genealogy.</a:t>
            </a:r>
          </a:p>
          <a:p/>
          <a:p>
            <a:r>
              <a:t>ONE SENTENCE for the room:</a:t>
            </a:r>
          </a:p>
          <a:p>
            <a:r>
              <a:t>π₀ locked flow-matching VLAs: PaliGemma init + action expert + 50 Hz continuous chunks at ~10k-hour cross-embodiment scale.</a:t>
            </a:r>
          </a:p>
          <a:p/>
          <a:p>
            <a:r>
              <a:t>MUST SAY:</a:t>
            </a:r>
          </a:p>
          <a:p>
            <a:r>
              <a:t>• π₀.₅ retains FM at post-train — blogs saying FAST replaced FM are FALSE.</a:t>
            </a:r>
          </a:p>
          <a:p>
            <a:r>
              <a:t>• NOT a classical planner — generative continuous chunk controller.</a:t>
            </a:r>
          </a:p>
          <a:p>
            <a:r>
              <a:t>• Genealogy: SigLIP → PaliGemma → π₀ → OpenPI → (FAST ∥ π₀.₅) → RTC → BEHAVIOR’25 → ’26.</a:t>
            </a:r>
          </a:p>
          <a:p/>
          <a:p>
            <a:r>
              <a:t>Do NOT claim BEHAVIOR trains Diffusion Policy. Do NOT invent citations.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CLUB SPINE / ONE-LINER — deliver early so the room knows where you are going.</a:t>
            </a:r>
          </a:p>
          <a:p/>
          <a:p>
            <a:r>
              <a:t>π₀ popularized FM + action chunking on a VLM backbone as the practical alternative to AR discrete VLAs for dexterous 50 Hz control.</a:t>
            </a:r>
          </a:p>
          <a:p/>
          <a:p>
            <a:r>
              <a:t>Spine knobs you will hand to Empiricist: H · Tₐ · NFE · async overlap · 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PRIOR TABLE — densest slide. Do NOT read every row. Speak FOILS + ANCESTRY.</a:t>
            </a:r>
          </a:p>
          <a:p/>
          <a:p>
            <a:r>
              <a:t>Must-hit ancestry:</a:t>
            </a:r>
          </a:p>
          <a:p>
            <a:r>
              <a:t>• SigLIP → PaliGemma (VLM init CLEAR)</a:t>
            </a:r>
          </a:p>
          <a:p>
            <a:r>
              <a:t>• Lipman FM + Rectified Flow (OT-CFM CLEAR cites)</a:t>
            </a:r>
          </a:p>
          <a:p>
            <a:r>
              <a:t>• Diffusion Policy + ACT (chunk pattern; DDPM→flow)</a:t>
            </a:r>
          </a:p>
          <a:p>
            <a:r>
              <a:t>• Transfusion (dual-stream MoE inspiration)</a:t>
            </a:r>
          </a:p>
          <a:p/>
          <a:p>
            <a:r>
              <a:t>Must-hit foils:</a:t>
            </a:r>
          </a:p>
          <a:p>
            <a:r>
              <a:t>• RT-2 / OpenVLA — AR discrete; fail high-Hz chunks</a:t>
            </a:r>
          </a:p>
          <a:p>
            <a:r>
              <a:t>• SayCan — language→planning foil (HL interface)</a:t>
            </a:r>
          </a:p>
          <a:p/>
          <a:p>
            <a:r>
              <a:t>Say: “Priors are VLM + generative chunks + FM theory. Novelty is the integrative lock at scale.”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PIVOT THIS PAPER LOCKS — four ingredients.</a:t>
            </a:r>
          </a:p>
          <a:p/>
          <a:p>
            <a:r>
              <a:t>1 FM VLA (not AR tokens)</a:t>
            </a:r>
          </a:p>
          <a:p>
            <a:r>
              <a:t>2 VLM init (PaliGemma semantic prior)</a:t>
            </a:r>
          </a:p>
          <a:p>
            <a:r>
              <a:t>3 Action expert (~300M, real-time KV)</a:t>
            </a:r>
          </a:p>
          <a:p>
            <a:r>
              <a:t>4 50 Hz chunks at ~10k h cross-embodiment</a:t>
            </a:r>
          </a:p>
          <a:p/>
          <a:p>
            <a:r>
              <a:t>Before/after: AR VLAs low-Hz → π₀ continuous H=50 at 20–50 Hz with pre→post recipe.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GENEALOGY SLIDE — THE MUST-HIT for seat 1.</a:t>
            </a:r>
          </a:p>
          <a:p/>
          <a:p>
            <a:r>
              <a:t>SigLIP → PaliGemma → **π₀** → OpenPI → (FAST ∥ π₀.₅) → RTC → BEHAVIOR’25 forks → BEHAVIOR’26 baselines.</a:t>
            </a:r>
          </a:p>
          <a:p/>
          <a:p>
            <a:r>
              <a:t>CRITICAL CORRECTION on the slide:</a:t>
            </a:r>
          </a:p>
          <a:p>
            <a:r>
              <a:t>π₀.₅ retains flow matching at post-train (OpenPI + paper).</a:t>
            </a:r>
          </a:p>
          <a:p>
            <a:r>
              <a:t>Secondary blogs: “FAST replaced FM” = FALSE. Hybrid FAST pretrain + FM post-train.</a:t>
            </a:r>
          </a:p>
          <a:p/>
          <a:p>
            <a:r>
              <a:t>Spend 90–120s here. This is your payoff.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SUBSEQUENT TABLE — CLEAR citations only.</a:t>
            </a:r>
          </a:p>
          <a:p/>
          <a:p>
            <a:r>
              <a:t>OpenPI · FAST/π₀-FAST · π₀.₅ · RTC · BEHAVIOR’25 1st · BEHAVIOR’26 baselines.</a:t>
            </a:r>
          </a:p>
          <a:p/>
          <a:p>
            <a:r>
              <a:t>Flag TENTATIVE: knowledge insulation / π-star without primary read.</a:t>
            </a:r>
          </a:p>
          <a:p/>
          <a:p>
            <a:r>
              <a:t>Hand Empiricist the knobs; hand Visionary the ’26 defaults.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ARCHITECTURE redraw — PaliGemma VLM expert + ~300M action expert + Euler sampler → H=50 chunk.</a:t>
            </a:r>
          </a:p>
          <a:p/>
          <a:p>
            <a:r>
              <a:t>Point at: KV-cache obs prefix; suffix-only per flow step; NOT a classical planner banner.</a:t>
            </a:r>
          </a:p>
          <a:p/>
          <a:p>
            <a:r>
              <a:t>MoE dual-stream inspired by Transfusion; blockwise causal [I,ℓ] | [q] | [A^τ].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OT-CFM CHUNK DIAGRAM — motion/control spine.</a:t>
            </a:r>
          </a:p>
          <a:p/>
          <a:p>
            <a:r>
              <a:t>Linear path A^τ=τA+(1−τ)ε; target u=A−ε; ~10 Euler.</a:t>
            </a:r>
          </a:p>
          <a:p>
            <a:r>
              <a:t>Train H=50 → execute K (16@20 / 25@50) open-loop → replan.</a:t>
            </a:r>
          </a:p>
          <a:p>
            <a:r>
              <a:t>DP/ACT pattern with DDPM→flow. Later RTC soft-inpaint closes the latency seam.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ORTHOGONAL KNOBS — H · Tₐ · NFE · async · Σ + Table I latency.</a:t>
            </a:r>
          </a:p>
          <a:p/>
          <a:p>
            <a:r>
              <a:t>First-class for 2026. Not just the backbone.</a:t>
            </a:r>
          </a:p>
          <a:p>
            <a:r>
              <a:t>~73 ms on-board RTX4090 (14+32+27).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FIG 1 — system overview crop. Point at VLM + action expert + zero-shot vs post-train paths.</a:t>
            </a:r>
          </a:p>
          <a:p>
            <a:r>
              <a:t>Bibliographic visual; 30–45s.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FIG 5 — seven robot platforms. Cross-embodiment padding to 18-D; missing cams masked.</a:t>
            </a:r>
          </a:p>
          <a:p>
            <a:r>
              <a:t>Supports the “scale matches the claim” part of the pivot.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FIG 7 — OOB vs OpenVLA/Octo/π₀-small. OpenVLA fails partly from no chunking.</a:t>
            </a:r>
          </a:p>
          <a:p>
            <a:r>
              <a:t>Glance; Empiricist owns the re-run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FIG 12–13 — complex multi-stage. Pretrain+FT unlocks multi-minute household skills.</a:t>
            </a:r>
          </a:p>
          <a:p>
            <a:r>
              <a:t>Caption claim: &gt;50% max score across all tasks with 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— restate genealogy + pivot + FALSE blog correction.</a:t>
            </a:r>
          </a:p>
          <a:p>
            <a:r>
              <a:t>Q&amp;A prompts:</a:t>
            </a:r>
          </a:p>
          <a:p>
            <a:r>
              <a:t>• “Did FAST replace FM in π₀.₅?” → No; FM retained post-train.</a:t>
            </a:r>
          </a:p>
          <a:p>
            <a:r>
              <a:t>• “Is π₀ a planner?” → No; generative chunk controller.</a:t>
            </a:r>
          </a:p>
          <a:p>
            <a:r>
              <a:t>• “Does BEHAVIOR train DP?” → No; flow on Pi0.5; inherited chunk habit.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— paper cover / title block for bibliography if asked.</a:t>
            </a:r>
          </a:p>
          <a:p>
            <a:r>
              <a:t>Black et al., Physical Intelligence. arXiv 2410.24164. RSS 2025.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SPARE — dataset mixture Fig.4 if someone asks about OXE vs proprietary weight.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itle_archaeolog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1/16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oneli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2/16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prior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3/16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piv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4/16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genea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5/16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subsequ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6/16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7/16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ot_cfm_chu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8/16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knob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9/16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10/16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fig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11/16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fig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12/16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fig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13/16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lose_archaeolog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14/16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15/16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fig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16/16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