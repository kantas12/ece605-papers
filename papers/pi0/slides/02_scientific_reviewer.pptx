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seat 4 · 8+3. Short talk.</a:t>
            </a:r>
          </a:p>
          <a:p>
            <a:r>
              <a:t>Strengths → weaknesses → verdict. Cite figures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UNDER REVIEW (say once):</a:t>
            </a:r>
          </a:p>
          <a:p>
            <a:r>
              <a:t>A flow-matching VLA on PaliGemma, with large cross-embodiment pretrain + curated post-train, yields generalist control exceeding prior VLAs and specialized imitation on dexterous/long-horizon real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(60–90s). Integrative clarity; right inductive bias; scale; ablations;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 — figure-only floats; π₀-small confounds; baseline compute; n=10; external validity; priority claim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slide — strong systems+empirical RSS; shifted field to flow/diffusion chunks.</a:t>
            </a:r>
          </a:p>
          <a:p>
            <a:r>
              <a:t>Private-data limits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Fig.7 — when you say “cite figures carefully,” gesture here for OOB magnitudes.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Fig.11 — FT scaling; pretrain helps low-data / similar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— isolate what is systems contribution vs priority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 — scientific core holds; demand hygiene on numeric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