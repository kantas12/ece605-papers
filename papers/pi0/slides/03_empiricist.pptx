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seat 5 · 11+3.</a:t>
            </a:r>
          </a:p>
          <a:p>
            <a:r>
              <a:t>You own H / NFE / FT knobs. Quiet scout on public OpenPI — 1–4 GPU-days, not weeks.</a:t>
            </a:r>
          </a:p>
          <a:p>
            <a:r>
              <a:t>Outlines in env_outline/ — no cluster jobs in quiet mode.</a:t>
            </a:r>
          </a:p>
          <a:p>
            <a:r>
              <a:t>Quote success only with (H, K, Hz, NFE, ms, GPU).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H1–H3 / H5.</a:t>
            </a:r>
          </a:p>
          <a:p>
            <a:r>
              <a:t>H1 mid commit · H2 NFE saturates 5–10 · H3 FT ≫ scratch · H5 FM lower NFE than 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 GRID — THE Empiricist figure.</a:t>
            </a:r>
          </a:p>
          <a:p>
            <a:r>
              <a:t>H∈{8,16,25,50} × NFE∈{1,2,4,5,10,20} × {zero-shot, FT, scratch}.</a:t>
            </a:r>
          </a:p>
          <a:p>
            <a:r>
              <a:t>Schematic expected surface — peak mid-H, NFE knee ~5–10.</a:t>
            </a:r>
          </a:p>
          <a:p>
            <a:r>
              <a:t>Falsifiers listed 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TABLE — P0 grid · P1 cross-emb / FM vs DP · P2 τ / commit / VLM init · Defer full 10k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HONESTY — eval hours; LoRA 1–4 days; paper-scale OUT OF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SPINE — map H/K to commit seconds = K/Hz.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KNOBS reminder including async/Σ for later P1/P2 with RTC/BEHAVIOR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— implementation checklist: cache obs KV; suffix FM steps; pad actions 18-D.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11 — FT hours curves = qualitative target shapes for H3.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14 — Beta τ schedule; P2 ablation Uniform vs Beta.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 I latency vibe via knobs slide already shown; Fig.7 for OOB baseline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P0 on public OpenPI in 1–4 GPU-days. Hand curves to Archaeologist for Sec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mpiricis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t_cfm_chu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kn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