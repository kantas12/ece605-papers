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2 · 18+3.</a:t>
            </a:r>
          </a:p>
          <a:p>
            <a:r>
              <a:t>You own: why π₀ is the reference 2025–26 VLA template for lab/product planning.</a:t>
            </a:r>
          </a:p>
          <a:p>
            <a:r>
              <a:t>Do NOT redo Archaeologist’s full citation archaeology. Steal the club line once, then stay on value.</a:t>
            </a:r>
          </a:p>
          <a:p>
            <a:r>
              <a:t>No Stakeholder redo later — this deck is the durable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CARDS — architecture template, ops recipe, OpenPI path, proof points.</a:t>
            </a:r>
          </a:p>
          <a:p>
            <a:r>
              <a:t>Buy/build: start from OpenPI pi0 / pi05_base + FT. Do not reimplement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SNAPSHOT — numbers leadership remembers.</a:t>
            </a:r>
          </a:p>
          <a:p>
            <a:r>
              <a:t>PaliGemma+300M expert · OT-CFM · H=50 · ~73 ms · ~10k h · 7 robots/68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for non-specialists — VLM semantic prior + action expert → chunks.</a:t>
            </a:r>
          </a:p>
          <a:p>
            <a:r>
              <a:t>NOT a classical planner banner is intentional for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SPINE — chunk → commit → replan. OpenPI/BEHAVIOR still assume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KNOBS + LATENCY — budget multi-cam + 73–86 ms class GPU adjacent to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— 10k h unreproducible; open-loop delay seam; not locomotion-universal; fleet ops.</a:t>
            </a:r>
          </a:p>
          <a:p>
            <a:r>
              <a:t>Say risks aloud; do not soft-pedal private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METRICS for a deploy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compressed — strategic dependency into OpenPI / BEHAVIOR without claiming you train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— show the original system diagram so leadership sees it is not your invention.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5 — seven platforms = product breadth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12–13 — multi-minute household skills that prior open VLAs did not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glance — where OpenPI / π₀.₅ / RTC sit for roadmap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Start from OpenPI. Treat π₀ as reference template. Hand risks to Reviewer/Empiricist.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ck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t_cfm_chu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kn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cce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