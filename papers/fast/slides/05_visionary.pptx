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11+3.</a:t>
            </a:r>
          </a:p>
          <a:p>
            <a:r>
              <a:t>Hybrid for 2026: FM(+RTC) deploy; FAST for pretrain/aux.</a:t>
            </a:r>
          </a:p>
          <a:p>
            <a:r>
              <a:t>Skip Discord/Drive entirely.</a:t>
            </a:r>
          </a:p>
          <a:p>
            <a:r>
              <a:t>Open with myth bust so strategy never deletes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MYTH BUST — strategy foundation. FAST does not replace FM.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BETS 1–5 — Keep FM(+RTC); Keep FAST; AR decode speed; FAST+ default; aux loss pattern.</a:t>
            </a:r>
          </a:p>
          <a:p>
            <a:r>
              <a:t>B1K’25 already used FAST aux 0.05 on Pi0.5 FM — validates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HELPS — maps bets to regimes.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/ LINEAGE — so Oct proposals don’t mislabel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 — why deploy stays FM(+RTC).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— strategy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DECISION — align Visionary with durable buy/build.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— 5× train is why FAST stays in the pretrain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Fig.10–11 — dexterity proof without claiming FM retirement.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EMPIRICIST SMOKE — what Visionary asks Empiricist to measure for ’26 transfer</a:t>
            </a:r>
          </a:p>
          <a:p>
            <a:r>
              <a:t>(aux CE, γ/H schedules, honest ms/chunk).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— compression prior that Visionary links from pi05 / openpi-comet / behavior packs.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FM(+RTC) deploy; FAST pretrain; invest AR decode if competing; skip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2026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yth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when_hel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naming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atency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10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mok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dct_bp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