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— seat 2 · 18+3.</a:t>
            </a:r>
          </a:p>
          <a:p>
            <a:r>
              <a:t>You own: buy/build decision. FAST for train / FM for deploy. Do NOT delete FM.</a:t>
            </a:r>
          </a:p>
          <a:p>
            <a:r>
              <a:t>No Stakeholder redo later — this is the durable briefing.</a:t>
            </a:r>
          </a:p>
          <a:p>
            <a:r>
              <a:t>Open with myth bust.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MYTH BUST — leadership version of the club spine.</a:t>
            </a:r>
          </a:p>
          <a:p>
            <a:r>
              <a:t>FAST ≠ FM. π₀.₅ keeps FM at deploy. Say it before any product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 — what the room should remember in one breath.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 CARDS — open HF, 5× train, high-Hz unlock, FAST+, DROID ZS, deploy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— USE FAST+ for AR train/pretrain; KEEP FM for realtime.</a:t>
            </a:r>
          </a:p>
          <a:p>
            <a:r>
              <a:t>Risk: AR latency ~7.5×. Do not budget “delete FM because FAST exists.”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PIPELINE glance — enough method for non-specialists without Empiricist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HELPS — cheat sheet for resource allocation.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LATENCY RISK — the number leadership must hear: ~750 vs ~100 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I — compression = why train gets cheaper / denser.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 — so roadmap slides never confuse π₀ / π₀-FAST / π₀.₅.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COVER / Fig.1 — 5× train curve + dexterity photos. Existence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 curve crop — point at 180k vs 700k iters.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Fig.5 environments — laundry, bussing, shirt, DROID breadth for product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Fig.10–11 — laundry + generalist match to diffusion π₀.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HF recipe — what eng actually installs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bridge — 2026 hybrid bet without owning that seat.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Ship FAST+ for AR train; keep FM for realtime; risk AR ~7.5× latency.</a:t>
            </a:r>
          </a:p>
          <a:p>
            <a:r>
              <a:t>Hand Empiricist the smoke matrix; hand Reviewer the caveats.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decision slide again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myth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nel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alue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ct_bp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when_hel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atency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ble_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naming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_fig1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0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f_rec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