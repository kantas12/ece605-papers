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8+3. Short talk.</a:t>
            </a:r>
          </a:p>
          <a:p>
            <a:r>
              <a:t>Strengths → weaknesses → verdict.</a:t>
            </a:r>
          </a:p>
          <a:p>
            <a:r>
              <a:t>Cite as discrete tokenizer unlock / π₀-FAST — NOT as FM retirement.</a:t>
            </a:r>
          </a:p>
          <a:p>
            <a:r>
              <a:t>Open with myth bust so citation hygiene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BUST — citation hygiene starts here.</a:t>
            </a:r>
          </a:p>
          <a:p>
            <a:r>
              <a:t>If the room cites FAST as retiring FM, that is a mis-cite.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causal Fig.3; simple invertible compressor; broad empirics; honest ms; open HF.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 — figure-only; FAST+ leakage; not FLOP-matched AR vs FM; DROID n=44; preprint.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— credible unlock paper. Cite tokenizer / π₀-FAST. Do NOT cite as FM retirement.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evidence — causal story you can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Fig.9 — when discussing vs FM, note different compute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 honesty — paper’s own limitation,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— π₀ / π₀-FAST / π₀.₅ must stay distinct in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Cite unlock / π₀-FAST; caveats figure-only / leakage / FLOP / n=44.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atenc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aming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