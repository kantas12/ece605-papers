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— 11+3.</a:t>
            </a:r>
          </a:p>
          <a:p>
            <a:r>
              <a:t>You own naming hygiene and genealogy.</a:t>
            </a:r>
          </a:p>
          <a:p>
            <a:r>
              <a:t>FAST → π₀-FAST → π₀.₅ (FAST pre→FM) → KI → RTC → BEHAVIOR.</a:t>
            </a:r>
          </a:p>
          <a:p>
            <a:r>
              <a:t>Never collapse π₀ / π₀-FAST / π₀.₅.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MYTH BUST / naming table — primary Archaeologist deliverable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NAMING TREE — three boxes + forward lineage strip. Spend 90s.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PRIORS — DCT/JPEG, BPE, naïve bins RT-2/OpenVLA, ACT/DP/π₀ chunks, π₀ FM, VQ/FSQ.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PIPELINE — method as historical fix to naïve binning failure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HELPS — situates FAST vs continuous FM historically and operationally.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ONE-LINER — compressed claim for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Fig.2 — score vs Hz shows why naïve era ended for dexterous 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Fig.4 — the JPEG-like moment for robot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 cover — π₀-FAST enters the PI stack narrative.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 bridge — where BEHAVIOR sits relative to this tokenizer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Fig.7–8 — DROID ZS + FAST+ OOD morphologies in the data archaeology.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Keep labels distinct. Lineage FAST→π₀-FAST→π₀.₅→KI→RTC→BEHAVIOR.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naming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archaeolog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myth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naming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pri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dct_bp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when_hel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nel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7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archaeolog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naming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