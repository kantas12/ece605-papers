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OPENING — seat 2 · WEIGHT 2 · Timing 11+3. DENSEST DECK. BUILD FIRST.</a:t>
            </a:r>
          </a:p>
          <a:p/>
          <a:p>
            <a:r>
              <a:t>You own: tokenizer smoke, compression sanity, AR-FAST vs continuous FM honesty.</a:t>
            </a:r>
          </a:p>
          <a:p/>
          <a:p>
            <a:r>
              <a:t>ONE SENTENCE:</a:t>
            </a:r>
          </a:p>
          <a:p>
            <a:r>
              <a:t>FAST is a DCT→BPE action tokenizer that makes high-Hz AR VLAs trainable; measure tokens, recon MSE, and ms/chunk — do not confuse train speed with deploy latency.</a:t>
            </a:r>
          </a:p>
          <a:p/>
          <a:p>
            <a:r>
              <a:t>MUST OPEN WITH MYTH BUST:</a:t>
            </a:r>
          </a:p>
          <a:p>
            <a:r>
              <a:t>| FAST | Discrete DCT→BPE tokenizer for AR VLAs |</a:t>
            </a:r>
          </a:p>
          <a:p>
            <a:r>
              <a:t>| FM | Continuous flow-matching (π₀ / π₀.₅ deploy) |</a:t>
            </a:r>
          </a:p>
          <a:p>
            <a:r>
              <a:t>| π₀-FAST | Discrete AR variant using this tokenizer |</a:t>
            </a:r>
          </a:p>
          <a:p>
            <a:r>
              <a:t>| π₀.₅ | FAST pretrain → FM post-train/deploy — FAST does NOT replace FM |</a:t>
            </a:r>
          </a:p>
          <a:p/>
          <a:p>
            <a:r>
              <a:t>GitHub title cue: [ECE 605] - FAST Making Empiricist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MYTH TABLE — SAY ALOUD first 60–90s. Club spine for every seat.</a:t>
            </a:r>
          </a:p>
          <a:p/>
          <a:p>
            <a:r>
              <a:t>π₀ ≈ FM; π₀-FAST ≈ discrete AR; π₀.₅ ≈ hybrid successor.</a:t>
            </a:r>
          </a:p>
          <a:p>
            <a:r>
              <a:t>If someone says “FAST replaced FM,” correct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DCT→BPE PIPELINE — Algorithm 1 / Fig.4 spirit.</a:t>
            </a:r>
          </a:p>
          <a:p/>
          <a:p>
            <a:r>
              <a:t>1 Quantile norm 1–99% → [-1,1]</a:t>
            </a:r>
          </a:p>
          <a:p>
            <a:r>
              <a:t>2 Per-dim DCT over chunk H</a:t>
            </a:r>
          </a:p>
          <a:p>
            <a:r>
              <a:t>3 round(γ·C); default γ=10</a:t>
            </a:r>
          </a:p>
          <a:p>
            <a:r>
              <a:t>4 Flatten low-frequency-across-dims first (critical for AR)</a:t>
            </a:r>
          </a:p>
          <a:p>
            <a:r>
              <a:t>5 BPE vocab 1024 → overwrite least-used VLM tokens</a:t>
            </a:r>
          </a:p>
          <a:p>
            <a:r>
              <a:t>Invertible decode.</a:t>
            </a:r>
          </a:p>
          <a:p/>
          <a:p>
            <a:r>
              <a:t>Spend 60s walking the five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HF FAST+ SMOKE RECIPE — P0 Y.</a:t>
            </a:r>
          </a:p>
          <a:p/>
          <a:p>
            <a:r>
              <a:t>AutoProcessor.from_pretrained("physical-intelligence/fast", trust_remote_code=True)</a:t>
            </a:r>
          </a:p>
          <a:p>
            <a:r>
              <a:t>γ=10; |V|=1024; 1s chunks; pad-to-32 for universal.</a:t>
            </a:r>
          </a:p>
          <a:p>
            <a:r>
              <a:t>Log tokens/chunk, recon MSE vs γ, wall ms.</a:t>
            </a:r>
          </a:p>
          <a:p>
            <a:r>
              <a:t>.fit(action_dataset) for custom morphologies.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SANITY TABLE I — reproduce orders of magnitude.</a:t>
            </a:r>
          </a:p>
          <a:p/>
          <a:p>
            <a:r>
              <a:t>Bridge~20, DROID~29, bussing~28, shirt~53 FAST tokens</a:t>
            </a:r>
          </a:p>
          <a:p>
            <a:r>
              <a:t>vs naïve 35 / 105 / 140 / 700.</a:t>
            </a:r>
          </a:p>
          <a:p>
            <a:r>
              <a:t>~30 tok/arm/1s largely independent of Hz.</a:t>
            </a:r>
          </a:p>
          <a:p>
            <a:r>
              <a:t>Fail the smoke if you are nowhere near these at matched recon MSE.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 BARS — H5 / deploy honesty.</a:t>
            </a:r>
          </a:p>
          <a:p/>
          <a:p>
            <a:r>
              <a:t>~100 ms FM (10 steps × ~300M expert) vs ~750 ms AR-FAST (30–60 tokens × full LM) on 4090.</a:t>
            </a:r>
          </a:p>
          <a:p>
            <a:r>
              <a:t>~7.5×. Static OK; dynamic closed-loop hurt.</a:t>
            </a:r>
          </a:p>
          <a:p>
            <a:r>
              <a:t>Every success number needs (H, Hz, tokens or NFE, ms, GPU).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GRID — P0 Y / P1 AR-FAST vs FM / Defer 10k h.</a:t>
            </a:r>
          </a:p>
          <a:p/>
          <a:p>
            <a:r>
              <a:t>P0: HF encode/decode; compression vs naïve; didactic AR toy across Hz — Y</a:t>
            </a:r>
          </a:p>
          <a:p>
            <a:r>
              <a:t>P1: VLA FT FAST vs bins; BPE on/off; γ; AR-FAST vs continuous FM — Partial</a:t>
            </a:r>
          </a:p>
          <a:p>
            <a:r>
              <a:t>P2: fit() vs universal; π₀.₅ hybrid echo — Partial</a:t>
            </a:r>
          </a:p>
          <a:p>
            <a:r>
              <a:t>Defer: full π₀-FAST 10k h; laundry hardware — N</a:t>
            </a:r>
          </a:p>
          <a:p/>
          <a:p>
            <a:r>
              <a:t>Env: /workspace/fast-quiet/env_outline/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H1–H6 — what you are testing.</a:t>
            </a:r>
          </a:p>
          <a:p/>
          <a:p>
            <a:r>
              <a:t>H1 high-Hz naïve collapse; H2 ≥2× compression; H3 BPE helps;</a:t>
            </a:r>
          </a:p>
          <a:p>
            <a:r>
              <a:t>H4 train efficiency vs FM on large mix; H5 FM faster at infer; H6 hybrid echo.</a:t>
            </a:r>
          </a:p>
          <a:p>
            <a:r>
              <a:t>Falsifiers listed in DELIVERABLE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FAST HELPS vs FM WINS — operator cheat-sheet.</a:t>
            </a:r>
          </a:p>
          <a:p/>
          <a:p>
            <a:r>
              <a:t>FAST: high-Hz NTP, train compute, denser chunks, language AR.</a:t>
            </a:r>
          </a:p>
          <a:p>
            <a:r>
              <a:t>FM: latency, closed-loop, realtime household, π₀.₅ serve.</a:t>
            </a:r>
          </a:p>
          <a:p>
            <a:r>
              <a:t>π₀.₅: FAST pretrain → FM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 OUTLINE — quiet mode: outlines only, no Slurm jobs launched.</a:t>
            </a:r>
          </a:p>
          <a:p/>
          <a:p>
            <a:r>
              <a:t>Point to conda_env.yaml, slurm_tokenizer_smoke.sh, slurm_toy_ar_hz.sh,</a:t>
            </a:r>
          </a:p>
          <a:p>
            <a:r>
              <a:t>slurm_ft_fast_vs_naive.sh, slurm_fast_vs_fm.sh, run_checklist.md.</a:t>
            </a:r>
          </a:p>
          <a:p>
            <a:r>
              <a:t>GPU honesty: exit nonzero if CUDA claimed but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FIG.4 — visual of DCT→BPE + Algorithm 1.</a:t>
            </a:r>
          </a:p>
          <a:p>
            <a:r>
              <a:t>Point to flatten order and γ / |V| defaults in the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FIG.3 — didactic spline: naïve MSE explodes with sampling rate; FAST stays low.</a:t>
            </a:r>
          </a:p>
          <a:p>
            <a:r>
              <a:t>This is the causal story Empiricist owns — not just “DCT is cool.”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CROP Fig.3 detail — use if room needs a zoom on the Hz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FIG.9 — FAST vs diffusion π₀ single-task.</a:t>
            </a:r>
          </a:p>
          <a:p>
            <a:r>
              <a:t>Large-data bussing: FAST ~3× fewer steps; DROID language following edge for 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P0 smoke + Table I + latency log is the bar for “reproduced spirit.”</a:t>
            </a:r>
          </a:p>
          <a:p>
            <a:r>
              <a:t>Defer absolute laundry / 10k h. Hand FM-deploy story to Stakeholder/Visionary.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Table I again if someone challenges compression numbers mid-Q&amp;A.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yth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ct_bp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f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ble_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atenc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mok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when_hel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nv_out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fig3_didac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ble_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