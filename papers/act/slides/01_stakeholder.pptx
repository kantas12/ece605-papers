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18+3.</a:t>
            </a:r>
          </a:p>
          <a:p>
            <a:r>
              <a:t>You own: why this still matters for lab/product planning in 2026.</a:t>
            </a:r>
          </a:p>
          <a:p>
            <a:r>
              <a:t>Do NOT redo Archaeologist’s full citation dig. Steal club line once; stay on value.</a:t>
            </a:r>
          </a:p>
          <a:p>
            <a:r>
              <a:t>No Stakeholder redo later — get it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VALUE LIVES.</a:t>
            </a:r>
          </a:p>
          <a:p>
            <a:r>
              <a:t>Cheap bimanual data engine + chunking control prior.</a:t>
            </a:r>
          </a:p>
          <a:p>
            <a:r>
              <a:t>Not a foundation model. Follow-ons Mobile ALOHA / ALOHA 2.</a:t>
            </a:r>
          </a:p>
          <a:p>
            <a:r>
              <a:t>2026 BEHAVIOR inherits chunk horizons/overlap from this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NUMBERS: &lt;$20k · ~50 demos · 84–96% easy finals · k=100 · ~80M · ~5h train.</a:t>
            </a:r>
          </a:p>
          <a:p>
            <a:r>
              <a:t>Set expectations: Thread Velcro 20%; not a VLM.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 1 — iconic ALOHA shot. Cheap system that collects and runs fine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ALOHA HW sketch — leader–follower, 50Hz, 4 cams. Cultural default for academic ALOHA-class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 3 paper crop — cameras, handle/scissor, ViperX specs. Reproducibility ethos.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RESULTS — Cup 84, Battery 96, Ziploc 88, Shoe 92; Velcro 20 honest.</a:t>
            </a:r>
          </a:p>
          <a:p>
            <a:r>
              <a:t>~10–20 min demos. Priors often 0%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TABLES — breadth proof for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ARCH at a glance — chunked CVAE Transformer; absolute joints; no force/depth/language.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 4 paper — original architecture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for leadership — five-way control schemes.</a:t>
            </a:r>
          </a:p>
          <a:p>
            <a:r>
              <a:t>Chunking is infrastructure. TE is one dialect; BEHAVIOR uses another.</a:t>
            </a:r>
          </a:p>
          <a:p>
            <a:r>
              <a:t>Map: k/50 ↔ Ta·Δt ↔ H/Hz.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vs naïve chunking — why overlap execution matters for product-quality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strategic dependency.</a:t>
            </a:r>
          </a:p>
          <a:p>
            <a:r>
              <a:t>If stack is OpenPI π₀.₅ / GR00T, you still inherit chunk horizons and overlap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compressed — Mobile/ALOHA2 → π₀ → RTC → BEHAVIOR.</a:t>
            </a:r>
          </a:p>
          <a:p>
            <a:r>
              <a:t>Denoiser moved; chunk habit stayed.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 MAP — why leadership should care about commit seconds as a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REAL TASKS collage — what “fine manipulation” meant in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AGAIN: infrastructure, not a trick.</a:t>
            </a:r>
          </a:p>
          <a:p>
            <a:r>
              <a:t>Hand off to Reviewer (hygiene) and Empiricist (k/TE/CVAE knobs).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loha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ve_wa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