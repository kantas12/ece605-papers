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weight 5 · densest deck · timing 11+3.</a:t>
            </a:r>
          </a:p>
          <a:p/>
          <a:p>
            <a:r>
              <a:t>ONE SENTENCE for the room:</a:t>
            </a:r>
          </a:p>
          <a:p>
            <a:r>
              <a:t>ACT/ALOHA popularized action chunking + temporal ensembling for high-Hz visuomotor BC on open low-cost bimanual hardware — twin 2023 ancestor with Diffusion Policy.</a:t>
            </a:r>
          </a:p>
          <a:p/>
          <a:p>
            <a:r>
              <a:t>CLEAR spine you will repeat:</a:t>
            </a:r>
          </a:p>
          <a:p>
            <a:r>
              <a:t>TE ≠ DP receding ≠ π₀ open-loop ≠ RTC soft-inpaint ≠ BEHAVIOR 30/26/4.</a:t>
            </a:r>
          </a:p>
          <a:p>
            <a:r>
              <a:t>Chunking is shared; execution dialects differ.</a:t>
            </a:r>
          </a:p>
          <a:p/>
          <a:p>
            <a:r>
              <a:t>Genealogy one-liner:</a:t>
            </a:r>
          </a:p>
          <a:p>
            <a:r>
              <a:t>ALOHA+ACT (CVAE+TE) ∥ DP → Mobile/ALOHA2 → π₀/π₀.₅ → RTC → BEHAVIOR’25/’26.</a:t>
            </a:r>
          </a:p>
          <a:p/>
          <a:p>
            <a:r>
              <a:t>Do NOT claim DP invented ACT or vice versa (parallel).</a:t>
            </a:r>
          </a:p>
          <a:p>
            <a:r>
              <a:t>Do NOT claim BEHAVIOR trains ACT/CVAE.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deliver early so the room knows the path.</a:t>
            </a:r>
          </a:p>
          <a:p/>
          <a:p>
            <a:r>
              <a:t>1) Priors: BC/ALVINN, DAgger compounding, Lai chunk psych, Transformers/BERT, CVAE/β-VAE, BeT/RT-1/VINN, joint teleop, ResNet.</a:t>
            </a:r>
          </a:p>
          <a:p>
            <a:r>
              <a:t>2) Pivot: chunking+TE on cheap bimanual HW.</a:t>
            </a:r>
          </a:p>
          <a:p>
            <a:r>
              <a:t>3) Twin 2023: ∥ Diffusion Policy (diffusion + receding).</a:t>
            </a:r>
          </a:p>
          <a:p>
            <a:r>
              <a:t>4) Downstream: Mobile ALOHA / ALOHA 2 → π₀/π₀.₅ (FM, often no TE) → RTC.</a:t>
            </a:r>
          </a:p>
          <a:p>
            <a:r>
              <a:t>5) BEHAVIOR’25/’26: 30/26/keep4 + correlated FM.</a:t>
            </a:r>
          </a:p>
          <a:p/>
          <a:p>
            <a:r>
              <a:t>Honesty aloud: “Chunking is the shared prior. Execution dialects changed. CVAE is optional nostalgia.”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 TABLE — densest slide. Do NOT read every row. Speak the FOILS.</a:t>
            </a:r>
          </a:p>
          <a:p/>
          <a:p>
            <a:r>
              <a:t>Must-hit:</a:t>
            </a:r>
          </a:p>
          <a:p>
            <a:r>
              <a:t>• DAgger compounding → motivates chunking as alternative to on-policy corrections.</a:t>
            </a:r>
          </a:p>
          <a:p>
            <a:r>
              <a:t>• Lai et al. 2022 psychology → conceptual inspiration for k-step units.</a:t>
            </a:r>
          </a:p>
          <a:p>
            <a:r>
              <a:t>• CVAE/β-VAE + Transformers/BERT → generative sequence backbone.</a:t>
            </a:r>
          </a:p>
          <a:p>
            <a:r>
              <a:t>• BeT/RT-1/VINN → baselines often without chunks in main tables.</a:t>
            </a:r>
          </a:p>
          <a:p/>
          <a:p>
            <a:r>
              <a:t>Say: “Priors are IL + generative + teleop. Novelty is popularizing chunk+TE on open low-cost bimanual — not inventing transformers.”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— this paper’s contribution in one card.</a:t>
            </a:r>
          </a:p>
          <a:p/>
          <a:p>
            <a:r>
              <a:t>Popularized action chunking + temporal ensembling for high-Hz visuomotor BC on open low-cost bimanual hardware.</a:t>
            </a:r>
          </a:p>
          <a:p>
            <a:r>
              <a:t>ACT = CVAE + Transformer with strong fine-manipulation evidence (Cup 84, Battery 96, Shoe 92…).</a:t>
            </a:r>
          </a:p>
          <a:p/>
          <a:p>
            <a:r>
              <a:t>Not a foundation model — per-task ~80M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4 — canonical ACT architecture.</a:t>
            </a:r>
          </a:p>
          <a:p>
            <a:r>
              <a:t>CVAE encoder (train only) → style z; policy decoder ResNet×4 + Transformer enc/dec → k×14 absolute joints.</a:t>
            </a:r>
          </a:p>
          <a:p>
            <a:r>
              <a:t>Test: z=0. Point at this when someone asks “what is ACT exactly?”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5 — chunking vs TE schematic. THE motion FLAG diagram from the paper.</a:t>
            </a:r>
          </a:p>
          <a:p>
            <a:r>
              <a:t>Top: naïve open-loop every k. Bottom: every-step query + exp-weighted same-t fusion.</a:t>
            </a:r>
          </a:p>
          <a:p>
            <a:r>
              <a:t>This is ACT’s dialect — not DP receding.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DIAGRAM (our redraw) — reinforce same-t fusion vs adjacent-time smoothing.</a:t>
            </a:r>
          </a:p>
          <a:p>
            <a:r>
              <a:t>w_i = exp(−m·i). Extra inference cost only. Paper: ACT +3.3 pp; VINN hurt.</a:t>
            </a:r>
          </a:p>
          <a:p>
            <a:r>
              <a:t>Bridge: later stacks often replace TE with receding / soft-inpaint.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FIVE-WAY CONTROL TABLE — MUST HIT. Do not conflate.</a:t>
            </a:r>
          </a:p>
          <a:p/>
          <a:p>
            <a:r>
              <a:t>| ACT TE | every-step query; exp-avg overlapping preds for same t |</a:t>
            </a:r>
          </a:p>
          <a:p>
            <a:r>
              <a:t>| DP receding | Predict Tp, exec Ta&lt;Tp, replan |</a:t>
            </a:r>
          </a:p>
          <a:p>
            <a:r>
              <a:t>| π₀ open-loop | H=50; exec prefix; NO TE (hurt early for them) |</a:t>
            </a:r>
          </a:p>
          <a:p>
            <a:r>
              <a:t>| RTC soft-inpaint | Async; freeze prefix; soft-mask remainder |</a:t>
            </a:r>
          </a:p>
          <a:p>
            <a:r>
              <a:t>| BEHAVIOR’25 | Predict 30 / exec 26 / keep 4 + correlated FM |</a:t>
            </a:r>
          </a:p>
          <a:p/>
          <a:p>
            <a:r>
              <a:t>CLEAR: chunking shared; TE ≠ receding ≠ open-loop ≠ soft-inpaint.</a:t>
            </a:r>
          </a:p>
          <a:p>
            <a:r>
              <a:t>Map: k/50 ↔ DP Ta·Δt ↔ π₀/Comet H/Hz.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 MAP — normalize by commit_seconds.</a:t>
            </a:r>
          </a:p>
          <a:p>
            <a:r>
              <a:t>ACT k=100@50Hz ≈ 2s chunk with TE 1-step ensembled commit.</a:t>
            </a:r>
          </a:p>
          <a:p>
            <a:r>
              <a:t>DP Ta≈8@10Hz ≈ 0.8s. π₀ H=50 open-loop prefix. BEHAVIOR 30/26/4.</a:t>
            </a:r>
          </a:p>
          <a:p>
            <a:r>
              <a:t>This is the shared language with Empiricist.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TIMELINE — payoff slide. CLEAR citations.</a:t>
            </a:r>
          </a:p>
          <a:p/>
          <a:p>
            <a:r>
              <a:t>2023 ACT: CVAE chunks + TE</a:t>
            </a:r>
          </a:p>
          <a:p>
            <a:r>
              <a:t>2023 DP ∥: diffusion + receding (parallel)</a:t>
            </a:r>
          </a:p>
          <a:p>
            <a:r>
              <a:t>2024 Mobile ALOHA / ALOHA 2: data engines</a:t>
            </a:r>
          </a:p>
          <a:p>
            <a:r>
              <a:t>2024–25 π₀/π₀.₅: FM chunks; cites ACT; often no TE</a:t>
            </a:r>
          </a:p>
          <a:p>
            <a:r>
              <a:t>2025 RTC: soft-inpaint async</a:t>
            </a:r>
          </a:p>
          <a:p>
            <a:r>
              <a:t>2025/26 BEHAVIOR: 30/26/keep4 + corr FM</a:t>
            </a:r>
          </a:p>
          <a:p/>
          <a:p>
            <a:r>
              <a:t>STAYED: generative continuous chunks + overlap need.</a:t>
            </a:r>
          </a:p>
          <a:p>
            <a:r>
              <a:t>MOVED: CVAE→diff→FM; TE→receding→soft-inpaint.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sentence people leave with.</a:t>
            </a:r>
          </a:p>
          <a:p>
            <a:r>
              <a:t>ACT coined chunk+ensemble for 50Hz fine bimanual BC.</a:t>
            </a:r>
          </a:p>
          <a:p>
            <a:r>
              <a:t>Later VLAs keep chunks, often drop ensemble, retune H/commit Hz.</a:t>
            </a:r>
          </a:p>
          <a:p>
            <a:r>
              <a:t>If Empiricist talks k-sweeps — this is why those knobs still matter in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ALOHA HARDWARE — cheap data engine ancestry.</a:t>
            </a:r>
          </a:p>
          <a:p>
            <a:r>
              <a:t>&lt;$20k, WidowX→ViperX, joint-space, 4 cams, 50Hz.</a:t>
            </a:r>
          </a:p>
          <a:p>
            <a:r>
              <a:t>Follow-ons Mobile ALOHA / ALOHA 2 continue the hardware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CLOSE.</a:t>
            </a:r>
          </a:p>
          <a:p>
            <a:r>
              <a:t>• “Is TE the same as DP receding?” → No; five-way table.</a:t>
            </a:r>
          </a:p>
          <a:p>
            <a:r>
              <a:t>• “Did π₀ keep TE?” → No; hurt early; open-loop prefix.</a:t>
            </a:r>
          </a:p>
          <a:p>
            <a:r>
              <a:t>• “Did BEHAVIOR use ACT?” → No; inherited chunk habit on Pi0.5 + soft-inpaint.</a:t>
            </a:r>
          </a:p>
          <a:p>
            <a:r>
              <a:t>• “What to cite ACT for in 2026?” → Action chunking + low-cost bimanual teleop — control prior, not FM.</a:t>
            </a:r>
          </a:p>
          <a:p/>
          <a:p>
            <a:r>
              <a:t>Leave on: Chunking shared · dialects differ · CVAE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/ Fig 1 for bibliography or hardware vibe.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ve_wa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loha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