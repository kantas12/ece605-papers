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11+3.</a:t>
            </a:r>
          </a:p>
          <a:p>
            <a:r>
              <a:t>NO Discord / Drive digressions. Stay on 2026 BEHAVIOR control bets.</a:t>
            </a:r>
          </a:p>
          <a:p>
            <a:r>
              <a:t>Durable idea: short generative action trajectories as motor primitive; chunk+overlap stays while generative family churns.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DURABLE IDEA — THE Visionary slide.</a:t>
            </a:r>
          </a:p>
          <a:p>
            <a:r>
              <a:t>Short generative action trajectories as the robot’s motor primitive.</a:t>
            </a:r>
          </a:p>
          <a:p>
            <a:r>
              <a:t>Generative family churns; chunk + overlap execution stays.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vs DROP.</a:t>
            </a:r>
          </a:p>
          <a:p>
            <a:r>
              <a:t>Keep: chunking, overlap consistency, high-rate interface, bimanual data, commit_seconds.</a:t>
            </a:r>
          </a:p>
          <a:p>
            <a:r>
              <a:t>Optional/replace: CVAE→FM, TE→RTC/receding, per-task 80M→VLA, z=0, cargo-cult k=100@50Hz.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BETS — start OpenPI π₀.₅ / GR00T N1.7; port horizon/overlap/correlated noise — not CVAE.</a:t>
            </a:r>
          </a:p>
          <a:p>
            <a:r>
              <a:t>Prefer RTC/receding over naïve full open-loop. Chunk motors + semantic stages. Hz-honest teleop.</a:t>
            </a:r>
          </a:p>
          <a:p>
            <a:r>
              <a:t>Cite ACT as control prior, not drop-in household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FIVE-WAY TABLE — your deployment dialect menu.</a:t>
            </a:r>
          </a:p>
          <a:p>
            <a:r>
              <a:t>Default Visionary: train chunk generative head; deploy RTC-style soft inpaint (or DP 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CLUB LINE — inheritance into BEHAVIOR without claiming ACT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— where ACT sits; what 2025 proved (chunks inside VLAs; TE mostly abandoned).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HORIZON MAP — matched commit_seconds bake-off (CVAE vs FM vs DiT) is an Empiricist-sized experiment with Visionary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redraw — why naïve open-loop dips; why overlap still matters even if classical TE is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ALOHA HW lesson — data quality × teleop bandwidth unlocks fine skills on inaccurate arms.</a:t>
            </a:r>
          </a:p>
          <a:p>
            <a:r>
              <a:t>For BEHAVIOR sim-first: high-rate low-latency action interfaces + careful demo curation.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durable idea. Q&amp;A: adaptive horizons, RTC certificates, language×chunk stages.</a:t>
            </a:r>
          </a:p>
          <a:p>
            <a:r>
              <a:t>Skip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du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b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ive_wa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lub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oriz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loha_h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