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— 8+3. Short talk.</a:t>
            </a:r>
          </a:p>
          <a:p>
            <a:r>
              <a:t>Strengths → actionable hygiene → verdict. Do not rehash full genealogy.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 (60–90s).</a:t>
            </a:r>
          </a:p>
          <a:p>
            <a:r>
              <a:t>Systems+algo synergy; hard tasks with subtask tables; ablations for k/TE/CVAE; honest App. F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HYGIENE — THE talk figure for this seat. Spend most of 8 minutes here.</a:t>
            </a:r>
          </a:p>
          <a:p>
            <a:r>
              <a:t>1 Real 1×25 thin</a:t>
            </a:r>
          </a:p>
          <a:p>
            <a:r>
              <a:t>2 BeT/RT-1 without chunks in main tables</a:t>
            </a:r>
          </a:p>
          <a:p>
            <a:r>
              <a:t>3 z=0 discards multimodality</a:t>
            </a:r>
          </a:p>
          <a:p>
            <a:r>
              <a:t>4 Headline 80–90% selective</a:t>
            </a:r>
          </a:p>
          <a:p>
            <a:r>
              <a:t>5 No language — mark control+hardware</a:t>
            </a:r>
          </a:p>
          <a:p>
            <a:r>
              <a:t>6 Cam 30fps vs 50Hz control underspecified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FIVE-WAY TABLE — also hygiene: do not mis-cite TE as receding or soft-inpaint.</a:t>
            </a:r>
          </a:p>
          <a:p>
            <a:r>
              <a:t>Chunking shared; dialects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TABLES — when you say “cite subtask columns carefully,” gesture here.</a:t>
            </a:r>
          </a:p>
          <a:p>
            <a:r>
              <a:t>Also: Insertion finals still low; Velcro 20%.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RESULTS card — honest spread including Velcro 20% and Tape 64%.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TATTOOS — ablations that isolate claims (k, CVAE human, TE).</a:t>
            </a:r>
          </a:p>
          <a:p>
            <a:r>
              <a:t>These are the strong scientific core; protect them with hygiene on n and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 8 region — where ablations live; curves may need PDF cross-check (text extract noisy).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reminder — ~80M CVAE+TF; z=0 test is a design choice with a cost (multimodality discarded).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VERDICT: Strong RSS 2023 systems paper; still the right cite for action chunking + low-cost bimanual teleop.</a:t>
            </a:r>
          </a:p>
          <a:p>
            <a:r>
              <a:t>Demand hygiene when others reuse 80–90% or ignore thin real-n.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/ Q&amp;A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hygi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ive_wa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tto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8_ab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ct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