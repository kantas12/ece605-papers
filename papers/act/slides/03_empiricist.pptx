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weight 3 · timing 11+3.</a:t>
            </a:r>
          </a:p>
          <a:p>
            <a:r>
              <a:t>You own: k-sweep, TE on/off, CVAE ablate.</a:t>
            </a:r>
          </a:p>
          <a:p>
            <a:r>
              <a:t>Quiet scout ≲40–60 GPU-h; Transfer Cube first; outlines in env_outline/ — no cluster jobs in quiet mode.</a:t>
            </a:r>
          </a:p>
          <a:p>
            <a:r>
              <a:t>Pass bar: qualitative Fig-8 shape — NOT Table I real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HYPOTHESES.</a:t>
            </a:r>
          </a:p>
          <a:p>
            <a:r>
              <a:t>H-chunk: mid ~2s beats k=1 and episode-long.</a:t>
            </a:r>
          </a:p>
          <a:p>
            <a:r>
              <a:t>H-ensemble: TE +~3pp / lower jerk @ 50Hz; task-/Hz-specific.</a:t>
            </a:r>
          </a:p>
          <a:p>
            <a:r>
              <a:t>H-CVAE: critical for human demos; ≈noop scripted.</a:t>
            </a:r>
          </a:p>
          <a:p>
            <a:r>
              <a:t>H-alphabet: absolute targets ≫ deltas.</a:t>
            </a:r>
          </a:p>
          <a:p>
            <a:r>
              <a:t>H-lineage: commit_seconds transferable (k/50 ↔ Ta·Δt ↔ H/Hz).</a:t>
            </a:r>
          </a:p>
          <a:p/>
          <a:p>
            <a:r>
              <a:t>Falsifiers listed on slide — say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TATTOOS — memorize.</a:t>
            </a:r>
          </a:p>
          <a:p>
            <a:r>
              <a:t>k=1→100: 1%→44%.</a:t>
            </a:r>
          </a:p>
          <a:p>
            <a:r>
              <a:t>CVAE human: 35.3%→2% without.</a:t>
            </a:r>
          </a:p>
          <a:p>
            <a:r>
              <a:t>TE ACT +3.3pp.</a:t>
            </a:r>
          </a:p>
          <a:p>
            <a:r>
              <a:t>50 vs 5 Hz teleop ~62% slower.</a:t>
            </a:r>
          </a:p>
          <a:p/>
          <a:p>
            <a:r>
              <a:t>These are the effect sizes you cite when someone asks “does chunking matter?”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K-SWEEP — THE Empiricist figure.</a:t>
            </a:r>
          </a:p>
          <a:p>
            <a:r>
              <a:t>P0 grid k∈{1,10,50,100,200,400}, TE off for pure chunk curve.</a:t>
            </a:r>
          </a:p>
          <a:p>
            <a:r>
              <a:t>Expect peak ~100; collapse at 1; slight dip 200–400 (near open-loop).</a:t>
            </a:r>
          </a:p>
          <a:p>
            <a:r>
              <a:t>Transfer Cube / Insertion, 1 seed, short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MATRIX — what to run first.</a:t>
            </a:r>
          </a:p>
          <a:p>
            <a:r>
              <a:t>P0 Y: k-grid; TE on/off.</a:t>
            </a:r>
          </a:p>
          <a:p>
            <a:r>
              <a:t>P0 Partial: CVAE human vs scripted.</a:t>
            </a:r>
          </a:p>
          <a:p>
            <a:r>
              <a:t>P1: chunk on BC-MLP; target vs delta; L1 vs L2.</a:t>
            </a:r>
          </a:p>
          <a:p>
            <a:r>
              <a:t>Defer: full real ALOHA 6-task.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DIAGRAM — what you toggle.</a:t>
            </a:r>
          </a:p>
          <a:p>
            <a:r>
              <a:t>Every-step query + exp-avg same-t. Compare vs naïve open-loop commit of full k.</a:t>
            </a:r>
          </a:p>
          <a:p>
            <a:r>
              <a:t>Log jerk/snap at boundaries TE on vs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FIVE-WAY TABLE — when comparing to DP/π₀/RTC, normalize by commit_seconds.</a:t>
            </a:r>
          </a:p>
          <a:p>
            <a:r>
              <a:t>Do NOT claim TE is “the same as” receding or soft-inpaint.</a:t>
            </a:r>
          </a:p>
          <a:p>
            <a:r>
              <a:t>Optional P2: ensemble vs open-loop commit vs π₀-style no-ensemble.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 MAP — shared language with Archaeologist.</a:t>
            </a:r>
          </a:p>
          <a:p>
            <a:r>
              <a:t>Your k-sweep is one dialect of the same commit-seconds knob VLAs still 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— honesty.</a:t>
            </a:r>
          </a:p>
          <a:p>
            <a:r>
              <a:t>8–12 GB; quiet P0–P1 ≲40–60 GPU-h.</a:t>
            </a:r>
          </a:p>
          <a:p>
            <a:r>
              <a:t>Paper: ~5h / 11GB 2080 Ti.</a:t>
            </a:r>
          </a:p>
          <a:p>
            <a:r>
              <a:t>Log device + max_memory_allocated + (k,TE,CVAE,Hz,ms).</a:t>
            </a:r>
          </a:p>
          <a:p>
            <a:r>
              <a:t>Never call CPU training a “GPU ACT run.”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ARCH — implementation checklist.</a:t>
            </a:r>
          </a:p>
          <a:p>
            <a:r>
              <a:t>L1+βKL β=10; k=100; z~N(0,I) train / z=0 test; absolute joints; 4×ResNet18; enc4/dec7.</a:t>
            </a:r>
          </a:p>
          <a:p>
            <a:r>
              <a:t>Pick lowest val loss ckpt.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8 region — ground-truth ablation shapes you are trying to reproduce qualitatively.</a:t>
            </a:r>
          </a:p>
          <a:p>
            <a:r>
              <a:t>Digitize per-task curves if time; average endpoints are the tattoos.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TABLES — real/sim success context.</a:t>
            </a:r>
          </a:p>
          <a:p>
            <a:r>
              <a:t>Scout does NOT need to match these; they set the ambition ceiling and show CVAE/human difficulty.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Scout k · TE · CVAE on Transfer Cube.</a:t>
            </a:r>
          </a:p>
          <a:p>
            <a:r>
              <a:t>Hand qualitative curves to Archaeologist for Sec VI narrative.</a:t>
            </a:r>
          </a:p>
          <a:p>
            <a:r>
              <a:t>Pass = Fig-8 shape, not Table-I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ve_wa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c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8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