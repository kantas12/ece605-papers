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11+3 · seat weight 4 · HIGH priority.</a:t>
            </a:r>
          </a:p>
          <a:p>
            <a:r>
              <a:t>Ruthless smoke: DEFER full online RL. You own feasibility + tattoo numbers.</a:t>
            </a:r>
          </a:p>
          <a:p/>
          <a:p>
            <a:r>
              <a:t>ONE-LINER: parallel sparse-success sim → near-saturated specialists; else stay on RFT.</a:t>
            </a:r>
          </a:p>
          <a:p/>
          <a:p>
            <a:r>
              <a:t>Pair with Reviewer: their critiques #1/#6 about compute &amp; baselines are your smoke-matrix justification.</a:t>
            </a:r>
          </a:p>
          <a:p>
            <a:r>
              <a:t>Kanta not seated — still deliver the meaty experiment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20s. Unlock PPO when fast sim; BEHAVIOR prefers RFT. Your job is what we can actually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— densest shared with Reviewer. Memorize aloud (~90s):</a:t>
            </a:r>
          </a:p>
          <a:p>
            <a:r>
              <a:t>• π₀ SFT→Noise 51.1→80.3 (+29.2)</a:t>
            </a:r>
          </a:p>
          <a:p>
            <a:r>
              <a:t>• π₀.₅ SFT→SDE 55.6→86.6 (+31.0)</a:t>
            </a:r>
          </a:p>
          <a:p>
            <a:r>
              <a:t>• LIBERO Long 43.9→94.0</a:t>
            </a:r>
          </a:p>
          <a:p>
            <a:r>
              <a:t>• Few-shot+RL 98.3% &gt; full SFT 96.9%</a:t>
            </a:r>
          </a:p>
          <a:p>
            <a:r>
              <a:t>• Real2Sim2Real 40% (thin n)</a:t>
            </a:r>
          </a:p>
          <a:p>
            <a:r>
              <a:t>• PPO&gt;GRPO ~6pp · GR00T 52.5→89.9</a:t>
            </a:r>
          </a:p>
          <a:p>
            <a:r>
              <a:t>Honesty: 'beats full SFT' omits interactive sample cost; OOD ≠ open-world.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full leaderboard — reinforce tattoos with suite columns. 45s.</a:t>
            </a:r>
          </a:p>
          <a:p>
            <a:r>
              <a:t>Point: Noise vs SDE winners differ (supports Reviewer critique #3).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PRIORITY MATRIX — THE Empiricist talk figure (~2.5 min).</a:t>
            </a:r>
          </a:p>
          <a:p>
            <a:r>
              <a:t>P0 Y: ckpt eval; eval-only K×a grids; unit-test Flow-SDE transitions.</a:t>
            </a:r>
          </a:p>
          <a:p>
            <a:r>
              <a:t>P1 Partial: offline AW-CFM; critic warm-up; tiny PPO ≤8 envs ≤20–40 updates.</a:t>
            </a:r>
          </a:p>
          <a:p>
            <a:r>
              <a:t>Defer N: Tab.1 multi-bench, ManiSkill 4k, Real2Sim2Real, BEHAVIOR online RL.</a:t>
            </a:r>
          </a:p>
          <a:p>
            <a:r>
              <a:t>RULE: never claim Tab.1 from Partial smokes.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H1/H2/H4/H5 — 90s.</a:t>
            </a:r>
          </a:p>
          <a:p>
            <a:r>
              <a:t>H1: mid noise a≈0.5 maximizes usable train-mode SR</a:t>
            </a:r>
          </a:p>
          <a:p>
            <a:r>
              <a:t>H2: K∈{4,5} operating point; diminishing by ~8</a:t>
            </a:r>
          </a:p>
          <a:p>
            <a:r>
              <a:t>H4: freeze VLM + expert = ID refinement, not novel-task invention</a:t>
            </a:r>
          </a:p>
          <a:p>
            <a:r>
              <a:t>H5: mid horizon + replan &gt; cargo-cult H=50 during RL</a:t>
            </a:r>
          </a:p>
          <a:p>
            <a:r>
              <a:t>Falsifiers listed in DELIVERABLE — use if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 OUTLINE — 60s.</a:t>
            </a:r>
          </a:p>
          <a:p>
            <a:r>
              <a:t>OpenPI SFT → RLinf freeze VLM → flow_sde (default) or flow_noise → monitor train/eval gap, clip fraction, EV, KL.</a:t>
            </a:r>
          </a:p>
          <a:p>
            <a:r>
              <a:t>One-liner at bottom: parallel sparse-success sim → specialists; else RFT.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honesty — 45s. Stakeholder will care too.</a:t>
            </a:r>
          </a:p>
          <a:p>
            <a:r>
              <a:t>P0 evals on 1 GPU hours; tiny PPO Partial days; paper = 8×H100 weeks. BEHAVIOR online =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NOTE — chunk H = credit knob. Link H5.</a:t>
            </a:r>
          </a:p>
          <a:p>
            <a:r>
              <a:t>Prefer mid H + receding H' (Comet prior) during any RL smoke. Not classical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FLOW-NOISE vs SDE — which to smoke first?</a:t>
            </a:r>
          </a:p>
          <a:p>
            <a:r>
              <a:t>Default Flow-SDE hybrid (paper efficiency). Noise if MetaWorld-like. Unit-test SDE transitions before 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OOD honesty — Empiricist reading of what empirics support.</a:t>
            </a:r>
          </a:p>
          <a:p>
            <a:r>
              <a:t>✅ ID refine · ✅ partial visual/env · ❌ novel tasks · ❌ real online RL · ⚠️ iso-compute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FIG1 — visual of pipeline claims. Glance; don't let it override smoke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(3 min):</a:t>
            </a:r>
          </a:p>
          <a:p>
            <a:r>
              <a:t>• Can we reproduce Tab.1 this week? → No; smoke P0/P1 only.</a:t>
            </a:r>
          </a:p>
          <a:p>
            <a:r>
              <a:t>• Why defer BEHAVIOR RL? → Sample + GPU heterogeneity (Comet agrees).</a:t>
            </a:r>
          </a:p>
          <a:p>
            <a:r>
              <a:t>• What if tiny PPO moves +5–10 SR? → Directional only; still not Tab.1.</a:t>
            </a:r>
          </a:p>
          <a:p>
            <a:r>
              <a:t>Leave on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moke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pro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low_noise_v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od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