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11+3 · 2026 BEHAVIOR. NO Discord/Drive.</a:t>
            </a:r>
          </a:p>
          <a:p>
            <a:r>
              <a:t>One-liner: π_RL = open online half; RFT = pragmatic offline half — compose them.</a:t>
            </a:r>
          </a:p>
          <a:p>
            <a:r>
              <a:t>Sources: arXiv 2510.25889 + RLinf docs + Comet 2512.10071 + organizer pages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compose, don't tribe.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 vs RFT TABLE — densest Visionary comparison (~2 min). Walk every row.</a:t>
            </a:r>
          </a:p>
          <a:p>
            <a:r>
              <a:t>BEHAVIOR'25: cited then skipped vs used (Q 0.224→0.345).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COMPOSE BETS — six cards. Speak 1–3 carefully; 4–6 if time.</a:t>
            </a:r>
          </a:p>
          <a:p>
            <a:r>
              <a:t>1 RFT then short π_RL burst</a:t>
            </a:r>
          </a:p>
          <a:p>
            <a:r>
              <a:t>2 Don't freeze VLM forever</a:t>
            </a:r>
          </a:p>
          <a:p>
            <a:r>
              <a:t>3 Tune H' for advantages</a:t>
            </a:r>
          </a:p>
          <a:p>
            <a:r>
              <a:t>4 Smarter hybrid τ (TENTATIVE)</a:t>
            </a:r>
          </a:p>
          <a:p>
            <a:r>
              <a:t>5 Dual π₀.₅+GR00T adapters</a:t>
            </a:r>
          </a:p>
          <a:p>
            <a:r>
              <a:t>6 Eval-first / reward design politics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bridge — where 2026 sits historically.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/ PRACTICAL fork — Stakeholder overlap; Visionary emphasis on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OOD honesty — temper online-RL hype for household 50-task invention.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knobs that survive into 2026 — H/H', ODE deploy, hybrid train noise orthogonal.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 — what online half can buy when sim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politics — why compose with RFT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FIG1 — aspirational pipeline; Visionary: treat online RL as scalpel in twin sims.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smoke reminder — don't force full online RL on OmniGibson before proxies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compose RL + RFT. Skip Discord/Drive. Leave one-liner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l_vs_r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b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od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moke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