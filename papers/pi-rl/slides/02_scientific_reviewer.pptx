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 · seat weight 3 · HIGH priority deck.</a:t>
            </a:r>
          </a:p>
          <a:p>
            <a:r>
              <a:t>Kanta not seated this session — still deliver meaty critique.</a:t>
            </a:r>
          </a:p>
          <a:p/>
          <a:p>
            <a:r>
              <a:t>ONE SENTENCE: Strong same-task mastery + partial env-shift; don't overread as open-world discovery.</a:t>
            </a:r>
          </a:p>
          <a:p/>
          <a:p>
            <a:r>
              <a:t>You own: strengths, THE 7 actionable critiques talk figure, OOD honesty, verdict.</a:t>
            </a:r>
          </a:p>
          <a:p>
            <a:r>
              <a:t>Pair densest with Empiricist tattoo numbers / smoke deferrals.</a:t>
            </a:r>
          </a:p>
          <a:p/>
          <a:p>
            <a:r>
              <a:t>Timing discipline: 8 min talk + 3 Q&amp;A. Lead with critiques, not abstract praise.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30s. Unlock PPO on flow VLAs (Flow-Noise / Flow-SDE); BEHAVIOR still prefers RFT.</a:t>
            </a:r>
          </a:p>
          <a:p>
            <a:r>
              <a:t>Comet cites π_RL then uses RFT. Your job is pressure-test the online-RL claim, not sell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60–75s. Hit all five cards briefly:</a:t>
            </a:r>
          </a:p>
          <a:p>
            <a:r>
              <a:t>1) Real gap (flow VLAs blocked PG) — correctly posed</a:t>
            </a:r>
          </a:p>
          <a:p>
            <a:r>
              <a:t>2) Two mechanisms with ancestry (ReinFlow, Flow-GRPO, DPPO) + honest efficiency tradeoffs</a:t>
            </a:r>
          </a:p>
          <a:p>
            <a:r>
              <a:t>3) Broad empirics: 4 suites + OOD + SIMPLER + real + GR00T + App J hypers</a:t>
            </a:r>
          </a:p>
          <a:p>
            <a:r>
              <a:t>4) Honest OOD split: visual/env works; novel tasks fail</a:t>
            </a:r>
          </a:p>
          <a:p>
            <a:r>
              <a:t>5) Open code / RLinf / HF</a:t>
            </a:r>
          </a:p>
          <a:p/>
          <a:p>
            <a:r>
              <a:t>Then preview verdict line at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ACTIONABLE CRITIQUES — THE TALK FIGURE. Spend ~3.5–4 min here. Speak each:</a:t>
            </a:r>
          </a:p>
          <a:p/>
          <a:p>
            <a:r>
              <a:t>1. Env-steps / GPU-hours to plateau vs 'beats full SFT' — interactive cost missing</a:t>
            </a:r>
          </a:p>
          <a:p>
            <a:r>
              <a:t>2. Ablate unfreeze last VLM layers — frozen VLM may cap visual OOD</a:t>
            </a:r>
          </a:p>
          <a:p>
            <a:r>
              <a:t>3. When to pick Noise vs SDE — wins differ by suite; need decision rule / multi-seed</a:t>
            </a:r>
          </a:p>
          <a:p>
            <a:r>
              <a:t>4. 'Exact likelihood' is of augmented denoise MDP, not marginal ODE policy — say so</a:t>
            </a:r>
          </a:p>
          <a:p>
            <a:r>
              <a:t>5. Thin real n (40%) — more seeds/tasks/CI</a:t>
            </a:r>
          </a:p>
          <a:p>
            <a:r>
              <a:t>6. Head-to-head vs FPO / RFT under matched budgets</a:t>
            </a:r>
          </a:p>
          <a:p>
            <a:r>
              <a:t>7. Don't overclaim venue — ICML-style keywords; acceptance TENTATIVE</a:t>
            </a:r>
          </a:p>
          <a:p/>
          <a:p>
            <a:r>
              <a:t>Do NOT soft-pedal. These are the pack's Reviewer meat.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OOD HONESTY — 45–60s. Supports critique framing.</a:t>
            </a:r>
          </a:p>
          <a:p>
            <a:r>
              <a:t>TRANSFERS: ManiSkill visual/layout/exec; CALVIN ABC→D; partial relative OOD; preserves SFT skills.</a:t>
            </a:r>
          </a:p>
          <a:p>
            <a:r>
              <a:t>DOES NOT: ML45 novel tasks; cross-task invention; open-world discovery; visual ceiling (frozen VLM).</a:t>
            </a:r>
          </a:p>
          <a:p>
            <a:r>
              <a:t>Reading: RL = action-level refinement on seen skills — not 50-task invention for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glance — 30s. Point Empiricist tattoo numbers as shared evidence.</a:t>
            </a:r>
          </a:p>
          <a:p>
            <a:r>
              <a:t>π₀ 51.1→80.3; π₀.₅ 55.6→86.6. Gains are real for ID. Your critique is about what they mean (iso-compute, OOD limits).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 crop — optional visual of pipeline + claims. 20s if time.</a:t>
            </a:r>
          </a:p>
          <a:p>
            <a:r>
              <a:t>Don't let banner overclaim distract from your critiques.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FLOW-NOISE vs FLOW-SDE — supports critique #3 (decision rule) and #4 (likelihood clarity).</a:t>
            </a:r>
          </a:p>
          <a:p>
            <a:r>
              <a:t>Hybrid ~2×; suites disagree on winner. Exact logprob for Noise = augmented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SLIDE — leave this up. Say aloud:</a:t>
            </a:r>
          </a:p>
          <a:p>
            <a:r>
              <a:t>'Strong same-task mastery + partial env-shift. Don't overread as open-world discovery.'</a:t>
            </a:r>
          </a:p>
          <a:p>
            <a:r>
              <a:t>Accept-leaning for methods+systems IF sample-efficiency + multi-seed improve.</a:t>
            </a:r>
          </a:p>
          <a:p>
            <a:r>
              <a:t>What it shows / doesn't — three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 prompts (3 min):</a:t>
            </a:r>
          </a:p>
          <a:p>
            <a:r>
              <a:t>• 'Is this open-world RL?' → No; ID polish + partial env OOD.</a:t>
            </a:r>
          </a:p>
          <a:p>
            <a:r>
              <a:t>• 'Does it beat full SFT fairly?' → On reported % yes; interactive cost missing.</a:t>
            </a:r>
          </a:p>
          <a:p>
            <a:r>
              <a:t>• 'Should BEHAVIOR use this?' → Comet cited then chose RFT; sim economics gate.</a:t>
            </a:r>
          </a:p>
          <a:p>
            <a:r>
              <a:t>• Venue? → ICML-style keywords; acceptance TENTATIVE.</a:t>
            </a:r>
          </a:p>
          <a:p>
            <a:r>
              <a:t>Leave on verdict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paper cover / bibliographic if needed.</a:t>
            </a:r>
          </a:p>
          <a:p>
            <a:r>
              <a:t>Chen/Liu/Zhang et al. arXiv 2510.25889v3 · RLinf · Jan 2026 preprint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even_cri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od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low_noise_v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