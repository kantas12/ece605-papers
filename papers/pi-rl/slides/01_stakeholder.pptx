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18+3. Product / lab leadership lens.</a:t>
            </a:r>
          </a:p>
          <a:p>
            <a:r>
              <a:t>π_RL vs RFT product choice; OpenPI via RLinf; H100-class parallel sim needed.</a:t>
            </a:r>
          </a:p>
          <a:p>
            <a:r>
              <a:t>Kanta not seated — pack still complete. Do NOT plan a Stakeholder redo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open with the fork. Fast sim → π_RL; slow BEHAVIOR → RFT. Comet already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CHOICE — densest Stakeholder slide (~2 min).</a:t>
            </a:r>
          </a:p>
          <a:p>
            <a:r>
              <a:t>What you get / costs / ask of leadership. Decision rule at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 vs RFT comparison table — shared with Visionary. Stakeholder framing: buy vs build post-train.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— headline ROI story. +27–31 pp. Few-shot narrative for demo-expensive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 — stakeholder-friendly. 98.3&gt;96.9 pitch; 40% real = prototype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FLOW-NOISE vs SDE — what the team actually implements. Prefer SDE hybrid for wall-clock.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— budget slide. Don't greenlight 8×H100 BEHAVIOR RL without twin sims.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 / ADOPTION PATH — OpenPI → RLinf → flow_*. Lower friction than closed VLA-RL.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OOD honesty for leadership — don't sell open-world. Sell ID specialists + partial env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NOTE — chunk/replan as operational HPs; deploy ODE. Not a planner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— why this exists now; Comet fork. Adoption gated by simulator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 — visual for exec audience. Pipeline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page with method figures — glance at architecture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VERDICT preview for leadership risk — accept-leaning methods; don't overclaim.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compose hint — RFT then short π_RL if infra improves. Stakeholder bridge to Visionary.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Q&amp;A: Prefer π_RL with fast sim; RFT when BEHAVIOR-slow. Open adapter via RLinf; H100 parallel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l_vs_r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ttoo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low_noise_v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pro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od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3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