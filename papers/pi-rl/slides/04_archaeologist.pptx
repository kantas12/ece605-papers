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— 11+3. Intellectual history + arc.</a:t>
            </a:r>
          </a:p>
          <a:p>
            <a:r>
              <a:t>Priors → flow VLAs blocked PG → π_RL opens it → slow-sim routes around via RFT.</a:t>
            </a:r>
          </a:p>
          <a:p>
            <a:r>
              <a:t>Do NOT fabricate BEHAVIOR win / ICML acceptance / real online RL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SPINE = your arc in one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— densest Archaeologist slide. Speak CLEAR priors only.</a:t>
            </a:r>
          </a:p>
          <a:p>
            <a:r>
              <a:t>π₀/π₀.₅, Lipman FM, ReinFlow, Flow-GRPO, DPPO, PPO/GAE, RLinf, Song SDE, 3DGS.</a:t>
            </a:r>
          </a:p>
          <a:p>
            <a:r>
              <a:t>Subsequent: Comet cites then RFT; BEHAVIOR'25 Pi0.5 forks different post-train.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FLOW-NOISE vs SDE — how the math ports ReinFlow / Flow-GRPO / DPPO into embodied 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NOTE — chunked FM control substrate shared with π / OpenPI / BEHAVIOR winners.</a:t>
            </a:r>
          </a:p>
          <a:p>
            <a:r>
              <a:t>π_RL adds online half; does not replace the control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 vs RFT FORK — the subsequent history hinge. Comet = challenge economics beat math novelty.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 — what unlocking PG delivered empirically. Arc payoff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OOD honesty — archaeology of claims. Paper carefully separates env vs novel-task.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1 — primary figure as historical document of the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page crop — Noise/SDE diagrams in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Fig2-ish crop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 / honest close bridge to Reviewer — missing link published; adoption = sim economics.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flow VLAs blocked PG → π_RL opens it → slow-sim routes around via RFT.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low_noise_vs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ontrol_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l_vs_r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od_hones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_03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