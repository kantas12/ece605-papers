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1/13</a:t>
            </a:r>
          </a:p>
          <a:p/>
          <a:p>
            <a:r>
              <a:t>Title. Product one-liner: GoPro gripper → DP pipe; action-diverse wild demos without robot-in-cafe. Spine: human logistics not robot logistics.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2/13</a:t>
            </a:r>
          </a:p>
          <a:p/>
          <a:p>
            <a:r>
              <a:t>Who pays: labs wanting wild diversity without Franka fleets; multi-arm companies; course/BEHAVIOR teams. Non-consumers: no SLAM, need dex hands, pure lang-VLA, need 76k Franka scale.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3/13</a:t>
            </a:r>
          </a:p>
          <a:p/>
          <a:p>
            <a:r>
              <a:t>Decision tree: (1) dynamic+bimanual from humans → UMI ~$400 (2) 76k Franka buildings → DROID (3) fine lab bimanual → ALOHA (4) ALWAYS latency calibration day.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4/13</a:t>
            </a:r>
          </a:p>
          <a:p/>
          <a:p>
            <a:r>
              <a:t>Poles: UMI=human+gripper in wild; DROID=Franka in wild; ALOHA=lab leader–follower. Pick axis you can afford.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5/13</a:t>
            </a:r>
          </a:p>
          <a:p/>
          <a:p>
            <a:r>
              <a:t>Latency day: 87.5% vs 57.5% (−30 pp). App.A QR+cross-corr. 100/120 ms are EXAMPLES. First-deploy schedule includes calibration.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6/13</a:t>
            </a:r>
          </a:p>
          <a:p/>
          <a:p>
            <a:r>
              <a:t>Cost/throughput: $73+$298, 780g, ~48% hand cup, ~64% hand toss, &gt;3× spacemouse, 0 toss demos via spacemouse in 15 min.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7/13</a:t>
            </a:r>
          </a:p>
          <a:p/>
          <a:p>
            <a:r>
              <a:t>Fig.11 throughput visual. UMI enables dynamic demos teleop cannot collect.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8/13</a:t>
            </a:r>
          </a:p>
          <a:p/>
          <a:p>
            <a:r>
              <a:t>Risks: SLAM support burden; sunlight OOD; parallel-jaw ceiling; operator-eval inflation; kin-filter silent drops.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9/13</a:t>
            </a:r>
          </a:p>
          <a:p/>
          <a:p>
            <a:r>
              <a:t>Motion as product feature: Ta=6 @10Hz, relative SE(3), latency matching, wrist fisheye. Buyer ask: interface or just STL?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10/13</a:t>
            </a:r>
          </a:p>
          <a:p/>
          <a:p>
            <a:r>
              <a:t>Capability card: cup 100/90, toss 87.5/57.5, cloth 70/30, dish 70/0, wild 71.7 vs 0.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11/13</a:t>
            </a:r>
          </a:p>
          <a:p/>
          <a:p>
            <a:r>
              <a:t>Tattoo numbers shared across decks.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12/13</a:t>
            </a:r>
          </a:p>
          <a:p/>
          <a:p>
            <a:r>
              <a:t>Exam bite: buy UMI for action-diverse wild without robot logistics; DROID for Franka scale; ALOHA for lab joints; always latency day.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Stakeholder · 13+3 · 13/13</a:t>
            </a:r>
          </a:p>
          <a:p/>
          <a:p>
            <a:r>
              <a:t>Close four takeaways. Q&amp;A.</a:t>
            </a:r>
          </a:p>
          <a:p/>
          <a:p>
            <a:r>
              <a:t>Tattoo: cup 100%/90% · toss 87.5% (no lat 57.5%) · wild 1400/30 → 71.7% vs narrow 0% · rel 100% vs abs 25% · fisheye vs 69° 55% · cloth 70%/30% · dish 70%/0% · Ta=6 @10Hz (20Hz toss)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2_w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3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4_p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5_latency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6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7_fig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8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09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0_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_13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