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1/15</a:t>
            </a:r>
          </a:p>
          <a:p/>
          <a:p>
            <a:r>
              <a:t>Title. NO Discord/Drive. One-liner: turns in-the-wild from robot logistics into human logistics.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2/15</a:t>
            </a:r>
          </a:p>
          <a:p/>
          <a:p>
            <a:r>
              <a:t>Arc: BEHAVIOR prior → poles → cites → follow-ups → apps → close.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3/15</a:t>
            </a:r>
          </a:p>
          <a:p/>
          <a:p>
            <a:r>
              <a:t>BEHAVIOR: wash/fold/kitchen stress; relative wrist+chunks align π₀/π₀.₅; cheap scene diversity; complementary to DROID/ALOHA; don’t ship 2024 ResNet DP.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4/15</a:t>
            </a:r>
          </a:p>
          <a:p/>
          <a:p>
            <a:r>
              <a:t>Poles: UMI human logistics · DROID robot logistics · ALOHA lab teleop.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5/15</a:t>
            </a:r>
          </a:p>
          <a:p/>
          <a:p>
            <a:r>
              <a:t>CLEAR cites: π₀.₅ 2504.16054; GR00T-N1 2503.14734; umi-on-legs/umi-arx. TENTATIVE: π₀/OpenVLA/Octo primary-prior.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6/15</a:t>
            </a:r>
          </a:p>
          <a:p/>
          <a:p>
            <a:r>
              <a:t>Follow-ups 1–4: embodiment-aware invalid demos; textureless recovery; lighter/higher-DoF; DP→FM swap keep latency.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7/15</a:t>
            </a:r>
          </a:p>
          <a:p/>
          <a:p>
            <a:r>
              <a:t>Follow-ups 5–8: RTC/soft-inpaint; mobile+relative EE; distributed MP4+SLAM QA; BEHAVIOR diversity card.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8/15</a:t>
            </a:r>
          </a:p>
          <a:p/>
          <a:p>
            <a:r>
              <a:t>New apps: homes/restaurants; cross-robot libraries; dynamic sports-like; bimanual deformable; campus ZS; education &lt;$400.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9/15</a:t>
            </a:r>
          </a:p>
          <a:p/>
          <a:p>
            <a:r>
              <a:t>Motion: keep relative+latency; upgrade head to π₀.₅/N1.7. Anti-pattern: shipping 2024 ResNet DP as 2026 entry.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10/15</a:t>
            </a:r>
          </a:p>
          <a:p/>
          <a:p>
            <a:r>
              <a:t>Fig.9 existence proof: 1400/30/12p-h → 71.7% ZS via human logistics.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11/15</a:t>
            </a:r>
          </a:p>
          <a:p/>
          <a:p>
            <a:r>
              <a:t>Narrative: OXE=who · DROID=where · ALOHA=how(lab) · UMI=how(wild) · BEHAVIOR=progress.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12/15</a:t>
            </a:r>
          </a:p>
          <a:p/>
          <a:p>
            <a:r>
              <a:t>Scope: research+apps only — NO Discord/Drive checklist in this deck.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13/15</a:t>
            </a:r>
          </a:p>
          <a:p/>
          <a:p>
            <a:r>
              <a:t>Tattoo.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14/15</a:t>
            </a:r>
          </a:p>
          <a:p/>
          <a:p>
            <a:r>
              <a:t>Exam: human logistics; complementary poles; CLEAR cites; steal interface not 2024 DP head.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· 15+3 · 15/15</a:t>
            </a:r>
          </a:p>
          <a:p/>
          <a:p>
            <a:r>
              <a:t>Close. No Discord/Drive content anywhere in deck.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3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4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5_c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6_followup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7_followup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8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9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0_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1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2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4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5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