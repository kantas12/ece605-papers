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1/13</a:t>
            </a:r>
          </a:p>
          <a:p/>
          <a:p>
            <a:r>
              <a:t>Title. Genealogy one-liner: ALOHA∥DP → UMI human-wild ∥ DROID robot-wild → π₀/π₀.₅ needing UMI-class wrist demos.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2/13</a:t>
            </a:r>
          </a:p>
          <a:p/>
          <a:p>
            <a:r>
              <a:t>Lineage diagram. Intellectual move: flip who enters the wild from robots to humans; keep robot-ready relative+latency actions.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3/13</a:t>
            </a:r>
          </a:p>
          <a:p/>
          <a:p>
            <a:r>
              <a:t>Priors CLEAR: Diffusion Policy 2303.04137; ORB-SLAM3+Urban GoPro; handheld GiW/VIME/Dobb-E as foil; soft fingers SEED; ACT named drop-in.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4/13</a:t>
            </a:r>
          </a:p>
          <a:p/>
          <a:p>
            <a:r>
              <a:t>Contemporaneous: ALOHA lab joint; DROID Mar 2024 Franka wild (opposite who); Mobile ALOHA/GELLO still robot-present; UMI human-wild relative.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5/13</a:t>
            </a:r>
          </a:p>
          <a:p/>
          <a:p>
            <a:r>
              <a:t>CLEAR: π₀.₅ cite; GR00T cite; deploy forks; DP prior. TENTATIVE: ACT equal; π₀/OpenVLA primary-prior; BEHAVIOR’26 official name.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6/13</a:t>
            </a:r>
          </a:p>
          <a:p/>
          <a:p>
            <a:r>
              <a:t>Moment numbers that stuck: rel 100 vs abs 25; lat 87.5/57.5; wild 71.7/0; Ta=6; UR5→FR2 100→90; BoM.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7/13</a:t>
            </a:r>
          </a:p>
          <a:p/>
          <a:p>
            <a:r>
              <a:t>Later learned +/-/sys: relative alphabet; latency feature; diversity&gt;ViT; SLAM tax; jaw/weight limits; open stack forkable.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8/13</a:t>
            </a:r>
          </a:p>
          <a:p/>
          <a:p>
            <a:r>
              <a:t>Fig.2 observation alignment as genealogy hinge — twin wrist geometry enables transfer.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9/13</a:t>
            </a:r>
          </a:p>
          <a:p/>
          <a:p>
            <a:r>
              <a:t>VLA/FM era: π family inherits chunk habits; UMI = collection when DROID too expensive; GR00T cites; BEHAVIOR name TENTATIVE.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10/13</a:t>
            </a:r>
          </a:p>
          <a:p/>
          <a:p>
            <a:r>
              <a:t>Exam bite genealogy + CLEAR/TENTATIVE discipline.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11/13</a:t>
            </a:r>
          </a:p>
          <a:p/>
          <a:p>
            <a:r>
              <a:t>Tattoo.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12/13</a:t>
            </a:r>
          </a:p>
          <a:p/>
          <a:p>
            <a:r>
              <a:t>CLEAR vs TENTATIVE/FORBIDDEN card — do not blur in exam answers. Forbidden: invented GPU hours; external cams in UMI.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· 13+3 · 13/13</a:t>
            </a:r>
          </a:p>
          <a:p/>
          <a:p>
            <a:r>
              <a:t>Close takeaways.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2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3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4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5_clear_ten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6_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7_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8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09_vla_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0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2_discip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