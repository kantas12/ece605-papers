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1/13</a:t>
            </a:r>
          </a:p>
          <a:p/>
          <a:p>
            <a:r>
              <a:t>Title. Weight 4 substantial. Accept-level RSS systems; punish overclaim. ACT equal = TENTATIVE.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2/13</a:t>
            </a:r>
          </a:p>
          <a:p/>
          <a:p>
            <a:r>
              <a:t>Claim: handheld interface + latency-matched relative-trajectory DP enables ZS transferable dynamic/bimanual/LH from wild human demos.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3/13</a:t>
            </a:r>
          </a:p>
          <a:p/>
          <a:p>
            <a:r>
              <a:t>Strengths: systems completeness (FoV/SfM/latency/multimodal); biting ablations; cross-emb 90%; OOD data lesson (ViT+narrow=0%); open stack; builds on DP.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4/13</a:t>
            </a:r>
          </a:p>
          <a:p/>
          <a:p>
            <a:r>
              <a:t>Fig.8 ablation bars. Prefer fractions: 20/20, 105/120, 5/20, 11/20, 69/120, 6/20, 0/10, 43/60.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5/13</a:t>
            </a:r>
          </a:p>
          <a:p/>
          <a:p>
            <a:r>
              <a:t>Cross-emb UR5 100→Franka 90 (2 JL). Wild 43/60=71.7% vs narrow 0%. Report 43/60 not vague 70%.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6/13</a:t>
            </a:r>
          </a:p>
          <a:p/>
          <a:p>
            <a:r>
              <a:t>Weak1: n=20; SLAM texture; kin-filter post-hoc; 780g bulk.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7/13</a:t>
            </a:r>
          </a:p>
          <a:p/>
          <a:p>
            <a:r>
              <a:t>Weak2: parallel-jaw only; 100/120 ms examples≠constants; headline rounding; ACT drop-in TENTATIVE.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8/13</a:t>
            </a:r>
          </a:p>
          <a:p/>
          <a:p>
            <a:r>
              <a:t>Method notes: matched inits plus; abs baseline robustness point; ACT not ablated; risk overgeneralizing cup OOD.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9/13</a:t>
            </a:r>
          </a:p>
          <a:p/>
          <a:p>
            <a:r>
              <a:t>VERDICT: Accept landmark systems+data-interface. Punish generalist marketing / invented hours / ACT parity claim.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10/13</a:t>
            </a:r>
          </a:p>
          <a:p/>
          <a:p>
            <a:r>
              <a:t>Fig.9 wild OOD evidence for diversity &gt; ViT alone.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11/13</a:t>
            </a:r>
          </a:p>
          <a:p/>
          <a:p>
            <a:r>
              <a:t>Tattoo.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12/13</a:t>
            </a:r>
          </a:p>
          <a:p/>
          <a:p>
            <a:r>
              <a:t>Exam: accept systems; cite biting ablations; flag n=20/SLAM/kin-filter/jaw; ACT=TENTATIVE; report 43/60.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13+3 · 13/13</a:t>
            </a:r>
          </a:p>
          <a:p/>
          <a:p>
            <a:r>
              <a:t>Close takeaways.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2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4_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5_cross_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6_wea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7_wea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8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9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0_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