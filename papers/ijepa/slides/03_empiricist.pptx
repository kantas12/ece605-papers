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Course smoke not ImageNet-scale. Never claim 79.3% or 16×A100 from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card: context ViT; EMA target; narrow predictor 384; multi-block defaults; L2 emb; AdamW.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schematic — unit-test mask, shapes, L2, 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T6: multi-block 54.2 vs raster 15.5 / block 20.2 / random 17.6. Thesis isolator.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T7: 66.9 emb vs 40.7 pixels. Epoch caveat 500 vs 800. Smoke matches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T8–10: target scale sweet spot; context↑; #targets 1→4 = 9→54.2.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T11 output 67.3 vs input 56.1; T12 depth 12→66.9 vs 6→64.0; T14 width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E1+E2+E6 P0 on CIFAR/IN-100 ViT-S. E10 SKIP cite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GPU: paper &lt;1200 / &lt;72h cite only. Course ≤40–60 GPU-h. Pass = trends not absolute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H-mask/space/predictor/transfer/ckpt for all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bar table: local success vs NOT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freeze mask defaults before other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arch + ablations cite paper; smoke directional; GPU cite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t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t1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h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mask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