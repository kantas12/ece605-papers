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Title. Weight 2 Lukas. Buy foundational brick → V-JEPA 2-AC. Decision: required WM; optional VLA.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Arc: buy → taxonomy → compute → dual → risks → market → decision → lineage → numbers → exam.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Five buy reasons: brick, &lt;72h compute, dual competence, open code, 3-way taxonomy.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Taxonomy: JEA contrastive | MAE pixels | I-JEPA emb. Say the three families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Fig.1 compute: 79.3% H/14; 81.1% @448; ~10× vs MAE; cite &lt;1200 GPU-h / 16×A100 &lt;72h.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Dual: CIFAR 87.5 / Places 58.4 / iNat 47.6 / Clevr Count 86.7 / Dist 72.4 ≫ DINO 53.4.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Risks: image-only; FT −0.7pp; mask hypersensitivity; 7% slower/iter; VLAs chose SigLIP; need scale.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Market: π₀/OpenVLA/GR00T/BEHAVIOR winners — no I-JEPA tower. Robotics payoff = 2-AC planning.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Decision: REQUIRED world-model track; OPTIONAL VLA bake-offs unless evaluating latent predictors.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Lineage CLEAR: I-JEPA → V-JEPA → V-JEPA 2 → 2-AC. Cite 2506.09985 for robot SR.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Must numbers tattoo aloud once.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Exam bite paragraph — practice once.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Tattoo card shared.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four takeaways + exam bite.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t_01_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t_02_ar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t_03_bu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t_04_taxonom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t_05_compu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t_06_d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t_07_ris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t_08_mark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t_09_deci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t_10_line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t_11_numb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t_12_ex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t_13_tatto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t_14_clo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