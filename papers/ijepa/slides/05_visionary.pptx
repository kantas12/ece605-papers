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NO Discord/Drive. Birth certificate = I-JEPA; actionable = 2-AC.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 winners = π₀.₅+FM+SigLIP. JEPA = parallel latent-plan bet.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Hybrid: V-JEPA-style latent rollout long-horizon + FM motor short-horizon.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Triangle: SigLIP/DINO ship today | MAE ablation | I-JEPA→2-AC WM parallel. E8 before FT politics.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Follow-ups: action-JEPA on OXE/DROID; goal-image CEM; uncertainty; cross-embodied; affordance bake-off.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2-AC existence proof &lt;62h DROID → Franka CEM. Next: BEHAVIOR-1K / OXE household. Don't attribute SR to 2023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Fig.6 RCDM — seed of latent imagination.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Apps: rearrange image-goals; safety residuals; sim-free WM; education; affordance; stage imagination.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Anti-patterns: drop-in tower without E8; IN%→q-score; Franka without 2-AC cite; Discord plans; E10 as milestone; exclusive FM vs JEPA.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four takeaways.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2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3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4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5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6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7_rc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8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9_a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0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1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2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