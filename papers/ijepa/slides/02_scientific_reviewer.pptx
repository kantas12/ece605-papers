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Accept with notes. Strengths vs weaknesses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claims under review: emb prediction sans augs; T6/T7 isolators; dual probes; compute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Strengths: taxonomy, isolating ablations, semantic+local, GPU-hour plots, open recipe, AMI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Ablations: T6 54.2; T7 66.9≫40.7; T8–10; T11 67.3 vs 56.1; T12 depth. Note T7 epoch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Fig.5 efficiency — directionally strong; demand matched-GPU-hour for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Weaknesses: crop-as-aug; mixed 1%; qualitative RCDM; IN-centric; data2vec match; collapse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Crop-as-aug pressure: is block sampling masking bias or soft RRC? Freeze defaults; don't market aug-free.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Reuse checklist: repro T7; matched GPU-h; stress T8; cite 2-AC for robots; footnote no-[CLS]; pin 1%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Robotics citation rule: Franka SR → 2506.09985 only. Red flag if Assran 2023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Verdict: ACCEPT landmark + WITH NOTES (aug-free + robotics laundering).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taxonomy — keep three-way distinction; don't blur into MAE.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+ exam bite.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2_cla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3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4_ab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5_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6_w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7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8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9_robo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0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2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