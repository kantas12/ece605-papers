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Weight 1 LONGEST Kanta. CLEAR vs TENTATIVE on every lineage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Arc: priors → inventum → figs → genealogy → subsequent → foils → triangle → WM deepen → numbers →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six claims — tattoo every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priors table: AMI JEPA [48], EBM [49], predictive coding, Siamese, MAE, data2vec, ViT, CPC foil.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Inventum: image JEPA + multi-block + EMA + narrow predictor; no view augs; dual competence; compute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taxonomy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architecture CLEAR inventum — predictor = latent spatial WM stub.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multi-block CLEAR — T6 → 54.2.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CLEAR: predictive coding → EBM/AMI → foils → I-JEPA → V-JEPA → 2-AC.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Subsequent CLEAR: V-JEPA 2404.08471 → V-JEPA 2 / 2-AC 2506.09985 (&lt;62h DROID → Franka CEM).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TENTATIVE foils: DINOv2, π₀/π₀.₅, OpenVLA, GR00T, BEHAVIOR winners — design rhyme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Consistency triangle: DINOv2/SigLIP | MAE | I-JEPA→V-JEPA→2-AC.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Fig.6 RCDM — predictor-as-world-model visual; qualitative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Deepen robotics: cite 2-AC for robot SR; open research on action-JEPA head vs FM experts.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 numbers: 54.2 / 66.9≫40.7 / 72.4 / 79.3 / 73.3 / 81.1·77.3 / ~10× / &lt;72h.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vs TENTATIVE discipline —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exam: birth certificate = I-JEPA; actionable robots = 2-AC.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3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4_p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5_inv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6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7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8_multi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9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0_subsequ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1_fo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2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3_rc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4_robo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5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6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7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8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