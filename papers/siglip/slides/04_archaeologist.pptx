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OPENING — seat 1 = Kanta — 11 min + 3 Q&amp;A</a:t>
            </a:r>
          </a:p>
          <a:p/>
          <a:p>
            <a:r>
              <a:t>You OWN lineage. No Stakeholder motivation tour.</a:t>
            </a:r>
          </a:p>
          <a:p/>
          <a:p>
            <a:r>
              <a:t>Job tonight:</a:t>
            </a:r>
          </a:p>
          <a:p>
            <a:r>
              <a:t>1) Prior table — what SigLIP inherits and surgically replaces</a:t>
            </a:r>
          </a:p>
          <a:p>
            <a:r>
              <a:t>2) Subsequent timeline — PaLI-3 → PaliGemma → π₀ → OpenPI → SigLIP 2 → BEHAVIOR’25 → HF</a:t>
            </a:r>
          </a:p>
          <a:p>
            <a:r>
              <a:t>3) One-sentence lineage (memorize it)</a:t>
            </a:r>
          </a:p>
          <a:p>
            <a:r>
              <a:t>4) Honest hedges — freeze/unlock not always documented; “uses SigLIP” ≠ isolating loss</a:t>
            </a:r>
          </a:p>
          <a:p/>
          <a:p>
            <a:r>
              <a:t>Spine reminder: sigmoid vs softmax + So400M → PaliGemma → OpenPI/π₀ → BEHAVIOR’25</a:t>
            </a:r>
          </a:p>
          <a:p>
            <a:r>
              <a:t>SigLIP is PERCEPTION backbone, not classical motion planner.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ORIENTATION (30–45s max)</a:t>
            </a:r>
          </a:p>
          <a:p/>
          <a:p>
            <a:r>
              <a:t>Pairwise sigmoid replaces batch softmax InfoNCE.</a:t>
            </a:r>
          </a:p>
          <a:p>
            <a:r>
              <a:t>Learnable temperature t + bias b (b≈−10).</a:t>
            </a:r>
          </a:p>
          <a:p>
            <a:r>
              <a:t>No global batch normalization → chunked distributed training.</a:t>
            </a:r>
          </a:p>
          <a:p/>
          <a:p>
            <a:r>
              <a:t>Do NOT linger — this is Archaeologist, not Stakeholder. Point at the swap, then move to priors.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INFLUENTIAL PRIORS — walk the table (this is your core visual #1)</a:t>
            </a:r>
          </a:p>
          <a:p/>
          <a:p>
            <a:r>
              <a:t>CLIP (Radford): dual-encoder LIP setup SigLIP surgically replaces (softmax → sigmoid).</a:t>
            </a:r>
          </a:p>
          <a:p>
            <a:r>
              <a:t>ALIGN: large-scale noisy web image–text; scale narrative.</a:t>
            </a:r>
          </a:p>
          <a:p>
            <a:r>
              <a:t>LiT: locked-image tuning path → SigLiT.</a:t>
            </a:r>
          </a:p>
          <a:p>
            <a:r>
              <a:t>InfoNCE / SimCLR: contrastive softmax lineage being replaced.</a:t>
            </a:r>
          </a:p>
          <a:p>
            <a:r>
              <a:t>ViT / Scaling ViTs / SoViT: vision backbone family; shape-opt for So400M.</a:t>
            </a:r>
          </a:p>
          <a:p>
            <a:r>
              <a:t>WebLI / PaLI: data + multilingual / VLM context.</a:t>
            </a:r>
          </a:p>
          <a:p>
            <a:r>
              <a:t>Sigmoid-in-classification (e.g. ReaL): motivates pairwise logistic over exclusive softmax.</a:t>
            </a:r>
          </a:p>
          <a:p>
            <a:r>
              <a:t>Contemporaneous: FLIP, BASIC, CoCa, BLIP — competing LIP recipes.</a:t>
            </a:r>
          </a:p>
          <a:p/>
          <a:p>
            <a:r>
              <a:t>Spend ~3 min. Emphasize CLIP+LiT+WebLI as the immediate parents.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PAPER ARTIFACT — Fig. 2 batch-size story (from paper PDF page 4)</a:t>
            </a:r>
          </a:p>
          <a:p/>
          <a:p>
            <a:r>
              <a:t>Left/middle: sigmoid outperforms softmax at small BS; gap closes as BS grows.</a:t>
            </a:r>
          </a:p>
          <a:p>
            <a:r>
              <a:t>Both saturate near ~32k; very large BS (e.g. 307k) can hurt.</a:t>
            </a:r>
          </a:p>
          <a:p>
            <a:r>
              <a:t>Cite, don’t re-derive. This is the empirical signature later work inherits when they pick SigLIP weights.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SUBSEQUENT TIMELINE — core visual #2 (~3–4 min)</a:t>
            </a:r>
          </a:p>
          <a:p/>
          <a:p>
            <a:r>
              <a:t>PaLI-3: continues Google VLM stack with SigLIP-family vision.</a:t>
            </a:r>
          </a:p>
          <a:p>
            <a:r>
              <a:t>PaliGemma (2407.07726): SigLIP-So400m + Gemma-2B — THE CRITICAL BRIDGE.</a:t>
            </a:r>
          </a:p>
          <a:p>
            <a:r>
              <a:t>π₀ (2410.24164): initializes from PaliGemma → robot VLA.</a:t>
            </a:r>
          </a:p>
          <a:p>
            <a:r>
              <a:t>π₀.₅ / OpenPI: same vision tower lineage in open robot stacks.</a:t>
            </a:r>
          </a:p>
          <a:p>
            <a:r>
              <a:t>SigLIP 2 (2502.14786): next-gen dense/multilingual improvements.</a:t>
            </a:r>
          </a:p>
          <a:p>
            <a:r>
              <a:t>BEHAVIOR’25 1st place (2512.06951): diagram SigLIP → PaliGemma → Action Expert; q≈0.26.</a:t>
            </a:r>
          </a:p>
          <a:p>
            <a:r>
              <a:t>HF Transformers SigLIP APIs: mass adoption / drop-in weights.</a:t>
            </a:r>
          </a:p>
          <a:p/>
          <a:p>
            <a:r>
              <a:t>Point: the paper’s public So400M checkpoint became the default open eyes.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SO400M CHAIN — zoom the bridge</a:t>
            </a:r>
          </a:p>
          <a:p/>
          <a:p>
            <a:r>
              <a:t>Public SigLIP So400M @ 729 patches → 83.2% ImageNet.</a:t>
            </a:r>
          </a:p>
          <a:p>
            <a:r>
              <a:t>That efficiency point → PaliGemma vision tower → π₀ init → OpenPI/π₀.₅ → BEHAVIOR winners’ vision stack.</a:t>
            </a:r>
          </a:p>
          <a:p/>
          <a:p>
            <a:r>
              <a:t>Say out loud: perception backbone, NOT classical motion planner.</a:t>
            </a:r>
          </a:p>
          <a:p>
            <a:r>
              <a:t>Club failures more often sit in chunking / stages / recovery / data — but these are the eyes those controllers see 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ONE-SENTENCE LINEAGE — memorize and deliver slowly</a:t>
            </a:r>
          </a:p>
          <a:p/>
          <a:p>
            <a:r>
              <a:t>“CLIP/ALIGN/LiT + WebLI → SigLIP → PaliGemma → π₀/OpenPI → π₀.₅ → 2025 BEHAVIOR winners (and → SigLIP 2).”</a:t>
            </a:r>
          </a:p>
          <a:p/>
          <a:p>
            <a:r>
              <a:t>HONEST HEDGES (say these):</a:t>
            </a:r>
          </a:p>
          <a:p>
            <a:r>
              <a:t>• Exact OpenPI freeze-vs-unlock of SigLIP weights in every fork is not always documented.</a:t>
            </a:r>
          </a:p>
          <a:p>
            <a:r>
              <a:t>• Many “uses SigLIP” papers inherit weights WITHOUT isolating loss vs data/architecture.</a:t>
            </a:r>
          </a:p>
          <a:p>
            <a:r>
              <a:t>• Downstream robot success ≠ validation of the sigmoid loss paper by itself.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PERCEPTION VS PLANNER — club thread</a:t>
            </a:r>
          </a:p>
          <a:p/>
          <a:p>
            <a:r>
              <a:t>DO connect: OpenPI/π₀/π₀.₅ vision front-end is SigLIP-family; BEHAVIOR stacks encode multi-view RGB with SigLIP.</a:t>
            </a:r>
          </a:p>
          <a:p/>
          <a:p>
            <a:r>
              <a:t>DO NOT force: classical PDDL/Task Network; claim that sigmoid during policy training equals SigLIP pretraining; claim SigLIP “solves” long-horizon motion.</a:t>
            </a:r>
          </a:p>
          <a:p/>
          <a:p>
            <a:r>
              <a:t>Hand to Visionary: encoder-swap experiments live on this spine.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OPTIONAL DEEP DIVE — Algorithm 1 / Fig. 1 systems (paper page 3)</a:t>
            </a:r>
          </a:p>
          <a:p/>
          <a:p>
            <a:r>
              <a:t>If Q&amp;A asks “how does no-all-gather work?”: chunked permute of text embeddings; only b_local × b_local logits in memory.</a:t>
            </a:r>
          </a:p>
          <a:p>
            <a:r>
              <a:t>Don’t steal Empiricist’s small-BS experiment plan — just show the paper artifact.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METHOD RECIPES — naming clarity for the room</a:t>
            </a:r>
          </a:p>
          <a:p/>
          <a:p>
            <a:r>
              <a:t>SigLiT = locked image (LiT-style) — extreme efficiency, up to 84.5%.</a:t>
            </a:r>
          </a:p>
          <a:p>
            <a:r>
              <a:t>SigLIP = from-scratch on WebLI — fair CLIP baseline; So400M public.</a:t>
            </a:r>
          </a:p>
          <a:p>
            <a:r>
              <a:t>mSigLIP = multilingual WebLI.</a:t>
            </a:r>
          </a:p>
          <a:p/>
          <a:p>
            <a:r>
              <a:t>When people say “we use SigLIP in OpenPI,” they usually mean the pretrained So400m-class vision tower weights, not that they retrain with sigmoid loss.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ARCHAEOLOGIST CLOSE / Q&amp;A (3 min)</a:t>
            </a:r>
          </a:p>
          <a:p/>
          <a:p>
            <a:r>
              <a:t>Restate one sentence. Restate hedges.</a:t>
            </a:r>
          </a:p>
          <a:p>
            <a:r>
              <a:t>Invite questions on: which priors matter most; whether BEHAVIOR wins isolate the encoder; freeze/unlock documentation gaps.</a:t>
            </a:r>
          </a:p>
          <a:p>
            <a:r>
              <a:t>Do NOT redo Stakeholder takeaways. Hand to next role / facilitator.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title_archaeolog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1/11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igmoid_vs_softma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2/11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rior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3/11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82880"/>
            <a:ext cx="7772400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179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ECF8E"/>
                </a:solidFill>
                <a:latin typeface="Calibri"/>
              </a:rPr>
              <a:t>Paper Fig. 2 — batch-size effect (sigmoid vs softmax)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4/11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ubsequen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5/11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so400m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6/11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lineage_sent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7/11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perception_vs_plan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8/11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82880"/>
            <a:ext cx="7772400" cy="5989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217920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3ECF8E"/>
                </a:solidFill>
                <a:latin typeface="Calibri"/>
              </a:rPr>
              <a:t>Paper Fig. 1 / Algorithm 1 — chunked sigmoid loss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9/11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iagram_method_reci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37160"/>
            <a:ext cx="11917375" cy="6583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10/11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4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137160" cy="1645920"/>
          </a:xfrm>
          <a:prstGeom prst="rect">
            <a:avLst/>
          </a:prstGeom>
          <a:solidFill>
            <a:srgbClr val="3ECF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65176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E8EEF4"/>
                </a:solidFill>
                <a:latin typeface="Calibri"/>
              </a:rPr>
              <a:t>Archaeologist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8A9BB0"/>
                </a:solidFill>
                <a:latin typeface="Calibri"/>
              </a:rPr>
              <a:t>Priors → SigLIP → PaliGemma → π₀/OpenPI → BEHAVIOR  ·  hedges intact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A9BB0"/>
                </a:solidFill>
                <a:latin typeface="Calibri"/>
              </a:rPr>
              <a:t>Archaeologist  ·  11+3  ·  11/11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