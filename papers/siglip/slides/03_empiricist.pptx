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seat 4 — 11+3</a:t>
            </a:r>
          </a:p>
          <a:p>
            <a:r>
              <a:t>NO Stakeholder redo. Dive into H → E1/E2/E3 → budget → success = Fig.2 gap.</a:t>
            </a:r>
          </a:p>
          <a:p>
            <a:r>
              <a:t>Skip full WebLI.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HYPOTHESIS (read slowly)</a:t>
            </a:r>
          </a:p>
          <a:p>
            <a:r>
              <a:t>At BS≤1k, sigmoid+learned bias trains faster/stabler retrieval than matched softmax CLIP;</a:t>
            </a:r>
          </a:p>
          <a:p>
            <a:r>
              <a:t>removing bias hurts early stability.</a:t>
            </a:r>
          </a:p>
          <a:p>
            <a:r>
              <a:t>Success = qualitative Fig.2 gap, NOT paper ImageNet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 PLAN</a:t>
            </a:r>
          </a:p>
          <a:p>
            <a:r>
              <a:t>P0 E1: sigmoid vs softmax on tiny paired set (BS≤1k)</a:t>
            </a:r>
          </a:p>
          <a:p>
            <a:r>
              <a:t>P0 E2: bias b=−10 ablation</a:t>
            </a:r>
          </a:p>
          <a:p>
            <a:r>
              <a:t>P0 E3: frozen SigLIP vs CLIP probe on household/robot stills</a:t>
            </a:r>
          </a:p>
          <a:p>
            <a:r>
              <a:t>P1 E4: OpenPI encoder-swap OUTLINE only</a:t>
            </a:r>
          </a:p>
          <a:p>
            <a:r>
              <a:t>SKIP: full WebLI-scale reproduce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“MATCH Fig.2” MEANS</a:t>
            </a:r>
          </a:p>
          <a:p>
            <a:r>
              <a:t>Show the paper figure. Your local curves won’t hit absolute % —</a:t>
            </a:r>
          </a:p>
          <a:p>
            <a:r>
              <a:t>you want the qualitative shape: sigmoid above softmax at small 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OVERNIGHT BUDGET</a:t>
            </a:r>
          </a:p>
          <a:p>
            <a:r>
              <a:t>E1/E2: 1×24–40GB, 6–24h</a:t>
            </a:r>
          </a:p>
          <a:p>
            <a:r>
              <a:t>E3: cheap 1–4h</a:t>
            </a:r>
          </a:p>
          <a:p>
            <a:r>
              <a:t>E4: multi-GPU days — outline only</a:t>
            </a:r>
          </a:p>
          <a:p>
            <a:r>
              <a:t>Honesty: paper numbers need TPU fleet + WebLI.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CRITERIA TABLE</a:t>
            </a:r>
          </a:p>
          <a:p>
            <a:r>
              <a:t>Walk paper claim → local criterion.</a:t>
            </a:r>
          </a:p>
          <a:p>
            <a:r>
              <a:t>Emphasize what is NOT expected (absolute INet %, BS=32k run).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LOSS IMPLEMENTATION REMINDER</a:t>
            </a:r>
          </a:p>
          <a:p>
            <a:r>
              <a:t>Unit-test sigmoid_loss vs softmax_clip_loss shapes; label matrix 2I−1;</a:t>
            </a:r>
          </a:p>
          <a:p>
            <a:r>
              <a:t>finite grads at b=−10 init. Env stubs in /workspace/siglip-quiet/env_outline/.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SMALL-BS MATTERS FOR VLA</a:t>
            </a:r>
          </a:p>
          <a:p>
            <a:r>
              <a:t>Robot / teleop batches are small. Sigmoid’s small-BS advantage is the club-relevant claim.</a:t>
            </a:r>
          </a:p>
          <a:p>
            <a:r>
              <a:t>E3 asks whether pretraining still matches robot domain shift vs CLIP.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E4 OUTLINE ONLY</a:t>
            </a:r>
          </a:p>
          <a:p>
            <a:r>
              <a:t>Encoder swap OpenPI π₀.₅ SigLIP → CLIP (or So400m → B/16) on tiny BEHAVIOR/Libero —</a:t>
            </a:r>
          </a:p>
          <a:p>
            <a:r>
              <a:t>design spike for Visionary/systems, not this week’s overnight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CLOSE</a:t>
            </a:r>
          </a:p>
          <a:p>
            <a:r>
              <a:t>Restate H. Restate success = Fig.2 gap. Skip WebLI. Hand GPU plan to whoever runs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xperiment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Target qualitative shape — Fig. 2 (not absolute INet 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uccess_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oss_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moid_vs_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E4 outline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OpenPI encoder-swap = design spike · not overnight Empiricist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Empiricist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H @ BS≤1k · E1/E2/E3 · success = Fig.2 gap · skip WebLI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