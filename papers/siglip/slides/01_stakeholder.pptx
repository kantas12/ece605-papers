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STAKEHOLDER — seat 3 — 18+3</a:t>
            </a:r>
          </a:p>
          <a:p>
            <a:r>
              <a:t>Motivation → problem → method → findings → So400M chain → 2026 takeaway.</a:t>
            </a:r>
          </a:p>
          <a:p>
            <a:r>
              <a:t>You set context; later roles do NOT redo this tour.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MOTIVATION</a:t>
            </a:r>
          </a:p>
          <a:p>
            <a:r>
              <a:t>CLIP-style language–image pretrain is the eyes of modern VLAs.</a:t>
            </a:r>
          </a:p>
          <a:p>
            <a:r>
              <a:t>Better loss + systems = better open baselines for robot stacks.</a:t>
            </a:r>
          </a:p>
          <a:p>
            <a:r>
              <a:t>This club cares because SigLIP-So400m → PaliGemma → π₀/OpenPI → BEHAVIOR vision.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METHOD — the surgical swap</a:t>
            </a:r>
          </a:p>
          <a:p>
            <a:r>
              <a:t>Softmax InfoNCE → pairwise sigmoid over all image–text pairs.</a:t>
            </a:r>
          </a:p>
          <a:p>
            <a:r>
              <a:t>Learnable temperature t + bias b (init ≈ −10).</a:t>
            </a:r>
          </a:p>
          <a:p>
            <a:r>
              <a:t>Chunked distributed implementation — no full-batch all-gather.</a:t>
            </a:r>
          </a:p>
          <a:p>
            <a:r>
              <a:t>Recipes: SigLiT (locked), SigLIP (from scratch), mSigLIP (multilingual).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LOSS SKETCH</a:t>
            </a:r>
          </a:p>
          <a:p>
            <a:r>
              <a:t>L = −1/|B| ∑_{i,j} log σ(z_ij (t x_i·y_j + b)), z=±1.</a:t>
            </a:r>
          </a:p>
          <a:p>
            <a:r>
              <a:t>Bias is load-bearing under extreme neg:pos imbalance.</a:t>
            </a:r>
          </a:p>
          <a:p>
            <a:r>
              <a:t>Systems: permute text shards; only local block of logits in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RECIPES</a:t>
            </a:r>
          </a:p>
          <a:p>
            <a:r>
              <a:t>SigLiT: locked pretrained vision — 84.5% INet on 4×TPUv4 ~2 days.</a:t>
            </a:r>
          </a:p>
          <a:p>
            <a:r>
              <a:t>SigLIP: from-scratch WebLI — fair CLIP baseline; public So400M 83.2%.</a:t>
            </a:r>
          </a:p>
          <a:p>
            <a:r>
              <a:t>mSigLIP: multilingual, same ~32k sufficiency.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BATCH SATURATION (Fig. 2 story)</a:t>
            </a:r>
          </a:p>
          <a:p>
            <a:r>
              <a:t>Sigmoid ≫ softmax at small BS (&lt;~16k).</a:t>
            </a:r>
          </a:p>
          <a:p>
            <a:r>
              <a:t>Both saturate ~32k; larger (307k) can hurt.</a:t>
            </a:r>
          </a:p>
          <a:p>
            <a:r>
              <a:t>Don’t chase million-batch lore blindly.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Fig. 2 — show the real figure</a:t>
            </a:r>
          </a:p>
          <a:p>
            <a:r>
              <a:t>Use this as the visual proof of the batch narrative.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FINDINGS FOR THIS CLUB</a:t>
            </a:r>
          </a:p>
          <a:p>
            <a:r>
              <a:t>Small-BS win; ~32k enough; So400M 83.2%; SigLiT efficiency; lineage into VLA stacks.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SO400M → PALIGEMMA → OPENPI → BEHAVIOR</a:t>
            </a:r>
          </a:p>
          <a:p>
            <a:r>
              <a:t>This is why a 2023 ICCV oral is on the Sep 14 calendar.</a:t>
            </a:r>
          </a:p>
          <a:p>
            <a:r>
              <a:t>Perception backbone standardized the eyes — not the planner.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PERCEPTION NOT PLANNER</a:t>
            </a:r>
          </a:p>
          <a:p>
            <a:r>
              <a:t>BEHAVIOR failures often live in chunking/stages/recovery/data.</a:t>
            </a:r>
          </a:p>
          <a:p>
            <a:r>
              <a:t>Still: So400m is the default open eyes those controllers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 TAKEAWAY — deliver slowly</a:t>
            </a:r>
          </a:p>
          <a:p>
            <a:r>
              <a:t>Don’t reinvent CLIP softmax.</a:t>
            </a:r>
          </a:p>
          <a:p>
            <a:r>
              <a:t>Start from SigLIP/So400M (or SigLIP 2).</a:t>
            </a:r>
          </a:p>
          <a:p>
            <a:r>
              <a:t>Differentiate on action / data / System-2 /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STAKEHOLDER CLOSE / Q&amp;A</a:t>
            </a:r>
          </a:p>
          <a:p>
            <a:r>
              <a:t>Invite questions on batch lore, So400M adoption, why sigmoid mattered for open VLAs.</a:t>
            </a:r>
          </a:p>
          <a:p>
            <a:r>
              <a:t>Hand off — later roles go deep, not redo.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stak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takeholder_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igmoid_vs_softma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loss_equ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method_reci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batch_satu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g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82880"/>
            <a:ext cx="7772400" cy="5989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2179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ECF8E"/>
                </a:solidFill>
                <a:latin typeface="Calibri"/>
              </a:rPr>
              <a:t>Paper Fig. 2 — batch size effect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findings_stak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o400m_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perception_vs_pl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takeaway_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37160" cy="1645920"/>
          </a:xfrm>
          <a:prstGeom prst="rect">
            <a:avLst/>
          </a:prstGeom>
          <a:solidFill>
            <a:srgbClr val="3E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E8EEF4"/>
                </a:solidFill>
                <a:latin typeface="Calibri"/>
              </a:rPr>
              <a:t>Stakeholder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8A9BB0"/>
                </a:solidFill>
                <a:latin typeface="Calibri"/>
              </a:rPr>
              <a:t>Don’t reinvent CLIP softmax · start from SigLIP/So400M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Stakeholder  ·  18+3  ·  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