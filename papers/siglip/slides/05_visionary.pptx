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seat 2 — 11+3</a:t>
            </a:r>
          </a:p>
          <a:p>
            <a:r>
              <a:t>NO Discord/Drive logistics. No Stakeholder redo.</a:t>
            </a:r>
          </a:p>
          <a:p>
            <a:r>
              <a:t>Frame: 2026 encoder-swap experiments on the SigLIP→PaliGemma→π₀.₅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OPEN EYES</a:t>
            </a:r>
          </a:p>
          <a:p>
            <a:r>
              <a:t>Treat SigLIP→PaliGemma→π₀.₅ as default open eyes for 2026 BEHAVIOR.</a:t>
            </a:r>
          </a:p>
          <a:p>
            <a:r>
              <a:t>Differentiate on action / data / System-2 / control — unless you have a measured encoder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EXPERIMENT — encoder swap</a:t>
            </a:r>
          </a:p>
          <a:p>
            <a:r>
              <a:t>Put SigLIP 2 (dense/multilingual) behind the SAME action expert.</a:t>
            </a:r>
          </a:p>
          <a:p>
            <a:r>
              <a:t>Measure q-score under fixed policy compute — NOT COCO R@1.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IDEAS ENABLED BY PAIRWISE LOSS</a:t>
            </a:r>
          </a:p>
          <a:p>
            <a:r>
              <a:t>Async / hard-negatives for small robot batches.</a:t>
            </a:r>
          </a:p>
          <a:p>
            <a:r>
              <a:t>NaFlex / resolution tricks for egocentric + wrist cams.</a:t>
            </a:r>
          </a:p>
          <a:p>
            <a:r>
              <a:t>Dense/multilingual path via SigLIP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AGENDA CHECKLIST</a:t>
            </a:r>
          </a:p>
          <a:p>
            <a:r>
              <a:t>A1 SigLIP 2 swap → q-score</a:t>
            </a:r>
          </a:p>
          <a:p>
            <a:r>
              <a:t>A2 Token-length mismatch audit</a:t>
            </a:r>
          </a:p>
          <a:p>
            <a:r>
              <a:t>A3 Hard-neg mining under sigmoid</a:t>
            </a:r>
          </a:p>
          <a:p>
            <a:r>
              <a:t>A4 NaFlex multi-res head/wrist</a:t>
            </a:r>
          </a:p>
          <a:p>
            <a:r>
              <a:t>A5 Document freeze vs unlock every fork</a:t>
            </a:r>
          </a:p>
          <a:p>
            <a:r>
              <a:t>A6 Don’t claim encoder swap solves long-horizon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PERCEPTION BOUNDARY</a:t>
            </a:r>
          </a:p>
          <a:p>
            <a:r>
              <a:t>SigLIP standardized the backbone. Chunking/stages/recovery still own most BEHAVIOR failures.</a:t>
            </a:r>
          </a:p>
          <a:p>
            <a:r>
              <a:t>Visionary ask: measure encoder contribution in q-score with policy held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REMINDER (one breath)</a:t>
            </a:r>
          </a:p>
          <a:p>
            <a:r>
              <a:t>CLIP/ALIGN/LiT+WebLI → SigLIP → PaliGemma → π₀/OpenPI → π₀.₅ → BEHAVIOR winners (+ SigLIP 2).</a:t>
            </a:r>
          </a:p>
          <a:p>
            <a:r>
              <a:t>Hedge: “uses SigLIP” ≠ isolating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OVERCLAIM</a:t>
            </a:r>
          </a:p>
          <a:p>
            <a:r>
              <a:t>Encoder quality ≠ solved household robot.</a:t>
            </a:r>
          </a:p>
          <a:p>
            <a:r>
              <a:t>q≈0.26 is still a low bar; perception helps wrong-object errors, not impedance/IK/safety.</a:t>
            </a:r>
          </a:p>
          <a:p>
            <a:r>
              <a:t>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CLOSE / Q&amp;A</a:t>
            </a:r>
          </a:p>
          <a:p>
            <a:r>
              <a:t>Invite discussion on SigLIP 2 swaps, hard-neg for teleop captions, NaFlex for fisheye.</a:t>
            </a:r>
          </a:p>
          <a:p>
            <a:r>
              <a:t>No logistics. Hand back to facilitator.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o400m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ncoder_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id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rception_vs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_sen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Don’t overclaim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Encoder swap is a measured bet · not a solved household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Visionary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SigLIP 2 swap · q-score · async/hard-neg · NaFlex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