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seat 5 — 8+3</a:t>
            </a:r>
          </a:p>
          <a:p>
            <a:r>
              <a:t>NO motivation tour. Strengths → weaknesses → actionable fixes.</a:t>
            </a:r>
          </a:p>
          <a:p>
            <a:r>
              <a:t>Pace tightly.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</a:t>
            </a:r>
          </a:p>
          <a:p>
            <a:r>
              <a:t>Clean loss+systems co-design; rare mega-batch study; honest saturation;</a:t>
            </a:r>
          </a:p>
          <a:p>
            <a:r>
              <a:t>actionable ablations (bias, β₂, WD); public So400M; locked+unlocked recipes.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</a:t>
            </a:r>
          </a:p>
          <a:p>
            <a:r>
              <a:t>Proprietary WebLI; softmax baseline less systems-optimized; thin theory;</a:t>
            </a:r>
          </a:p>
          <a:p>
            <a:r>
              <a:t>limited dense/VLM-as-encoder eval at publication; compute-matched SOTA imperfect;</a:t>
            </a:r>
          </a:p>
          <a:p>
            <a:r>
              <a:t>short captions (max 16 tok) for VLA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ACTIONABLE — gift to Empiricist / authors</a:t>
            </a:r>
          </a:p>
          <a:p>
            <a:r>
              <a:t>1 Public-data replication</a:t>
            </a:r>
          </a:p>
          <a:p>
            <a:r>
              <a:t>2 Report VLM/robotics transfer</a:t>
            </a:r>
          </a:p>
          <a:p>
            <a:r>
              <a:t>3 Publish exact So400M→PaliGemma config</a:t>
            </a:r>
          </a:p>
          <a:p>
            <a:r>
              <a:t>4 Isolate loss vs data when claiming “SigLIP helps VLA”</a:t>
            </a:r>
          </a:p>
          <a:p>
            <a:r>
              <a:t>5 Long-caption / egocentric stress</a:t>
            </a:r>
          </a:p>
          <a:p>
            <a:r>
              <a:t>6 With/without bias as first-class replication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CONFIRMED PAPER ARTIFACT — Fig. 2</a:t>
            </a:r>
          </a:p>
          <a:p>
            <a:r>
              <a:t>When criticizing batch narrative, point at the paper’s own saturation/harm claim — strength AND invitation to multi-framework replication.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 CRITIQUE NOTES (if time)</a:t>
            </a:r>
          </a:p>
          <a:p>
            <a:r>
              <a:t>Negative assumption on web data; bias under-emphasized in blogs;</a:t>
            </a:r>
          </a:p>
          <a:p>
            <a:r>
              <a:t>downstream ≠ pretraining loss confounder for VLA talks;</a:t>
            </a:r>
          </a:p>
          <a:p>
            <a:r>
              <a:t>“4 chips / 2 days” SigLiT uses locked giant vision — not from-scratch CLIP lore.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CLOSE</a:t>
            </a:r>
          </a:p>
          <a:p>
            <a:r>
              <a:t>Strengths real; WebLI/repro gap real; ask for isolation of loss vs data in VLA claims.</a:t>
            </a:r>
          </a:p>
          <a:p>
            <a:r>
              <a:t>Q&amp;A on critique only — don’t steal Empiricist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ctionab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Evidence to cite when reviewing the batch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Extra critique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Negatives · bias under-sold · downstream ≠ loss · locked-vision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Reviewer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Strengths real · WebLI gap · isolate loss vs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