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seat 2 · 18+3.</a:t>
            </a:r>
          </a:p>
          <a:p>
            <a:r>
              <a:t>You own: why this paper still matters for lab / product planning in 2026.</a:t>
            </a:r>
          </a:p>
          <a:p>
            <a:r>
              <a:t>Do NOT redo Archaeologist’s full citation archaeology. Steal the club line once, then stay on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THE VALUE LIVES.</a:t>
            </a:r>
          </a:p>
          <a:p>
            <a:r>
              <a:t>Canonical continuous-action BC before VLAs.</a:t>
            </a:r>
          </a:p>
          <a:p>
            <a:r>
              <a:t>Value = action head + control loop — NOT semantics / language / web pretrain.</a:t>
            </a:r>
          </a:p>
          <a:p>
            <a:r>
              <a:t>Real-robot credible; DDIM keeps ~10 Hz.</a:t>
            </a:r>
          </a:p>
          <a:p>
            <a:r>
              <a:t>Ask: treat chunk generative + receding exec as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TO REMEMBER.</a:t>
            </a:r>
          </a:p>
          <a:p>
            <a:r>
              <a:t>+46.9% avg relative · real Push-T 95% / IoU 0.80 · Kitchen p4 0.99 · ~10 Hz DDIM.</a:t>
            </a:r>
          </a:p>
          <a:p>
            <a:r>
              <a:t>Not a VLM — task-specific ResNet+diffusion.</a:t>
            </a:r>
          </a:p>
          <a:p>
            <a:r>
              <a:t>If your 2026 stack is OpenPI π₀.₅ / BEHAVIOR, you inherit Tₚ/Tₐ ontology whether or not you still train a DDPM.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for leadership — chunk–commit–replan.</a:t>
            </a:r>
          </a:p>
          <a:p>
            <a:r>
              <a:t>Defaults Tₒ≈2, Tₚ≈16, Tₐ≈8. This is the motion/control contract OpenPI/BEHAVIOR still assume.</a:t>
            </a:r>
          </a:p>
          <a:p>
            <a:r>
              <a:t>NOT a classical motion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2 — show the original diagram so leadership sees it’s not your invention; it’s the paper’s.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Multimodal basins — why this beat BC-RNN/IBC/BET on hard tasks.</a:t>
            </a:r>
          </a:p>
          <a:p>
            <a:r>
              <a:t>Commits to a mode; doesn’t flicker. That is a product-quality property for teleop-trained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line — strategic dependency.</a:t>
            </a:r>
          </a:p>
          <a:p>
            <a:r>
              <a:t>DP → ACT → π₀ flow → RTC → BEHAVIOR (30/26/4).</a:t>
            </a:r>
          </a:p>
          <a:p>
            <a:r>
              <a:t>Denoiser moved; control habit stayed. Your roadmap bets should treat the habit as infra.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Subsequent timeline — compressed for stakeholder (who / when / what changed).</a:t>
            </a:r>
          </a:p>
          <a:p>
            <a:r>
              <a:t>π₀ cites Chi’23. RTC soft-inpaint. BEHAVIOR 1st = Pi0.5 + corr noise + exec26/inpaint4.</a:t>
            </a:r>
          </a:p>
          <a:p>
            <a:r>
              <a:t>Do NOT claim BEHAVIOR trains 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Real-robot credibility — Fig 4–5 / tables vibe.</a:t>
            </a:r>
          </a:p>
          <a:p>
            <a:r>
              <a:t>Position control synergy; latency robustness; Tₐ sweet spot.</a:t>
            </a:r>
          </a:p>
          <a:p>
            <a:r>
              <a:t>Real: Push-T, sauce pour/spread, mug flip, bimanual egg/mat/shirt.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Tables glance — breadth of eval is the stakeholder proof, not one cherry-picked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DDIM / latency — cost of iterative denoising is real; mitigated to ~10 Hz.</a:t>
            </a:r>
          </a:p>
          <a:p>
            <a:r>
              <a:t>Fine for many arms; not for kHz torque.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Closed vs open — why replan frequency is a product KPI for VLA chunks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again: infrastructure, not a trick. Hand off to Reviewer/Empiricist for hygiene and knobs.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 for bibliography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hunk_commit_re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ultimodal_bas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ubsequ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dim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osed_vs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