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seat 3 · 11+3.</a:t>
            </a:r>
          </a:p>
          <a:p>
            <a:r>
              <a:t>NO Discord / Drive digressions. Stay on 2026 control-loop bets.</a:t>
            </a:r>
          </a:p>
          <a:p>
            <a:r>
              <a:t>One-liner: DP is to continuous VLA motor control what early Transformers were to NLP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+ four bets — THE Visionary slide.</a:t>
            </a:r>
          </a:p>
          <a:p>
            <a:r>
              <a:t>1 Unify RTC + correlated inpaint</a:t>
            </a:r>
          </a:p>
          <a:p>
            <a:r>
              <a:t>2 Adaptive / event-triggered Tₐ</a:t>
            </a:r>
          </a:p>
          <a:p>
            <a:r>
              <a:t>3 Latency certificates (frozen-prefix safety)</a:t>
            </a:r>
          </a:p>
          <a:p>
            <a:r>
              <a:t>4 Language-conditioned basin selection + DP-style commitment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DP still shapes 2026 — action-head ontology, control loop &gt; VLM size, correlated noise, pose lingua franca.</a:t>
            </a:r>
          </a:p>
          <a:p>
            <a:r>
              <a:t>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show inheritance path into BEHAVIOR without claiming DP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detail for bets 1–2 (RTC soft-inpaint → BEHAVIOR 30/26/4).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Chunk–commit–replan — the habit that adaptive Tₐ would modulate.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Multimodal basins — bet 4: language selects basin; DP-style commit holds it inside the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 vs open — why latency certificates matter; open-loop long chunks are the failure mode BEHAVIOR still fights.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honesty — denoiser changed, habit stayed — frames why bets are about the loop, not another backbone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one-liner. Q&amp;A: adaptive horizons, certificates, language basin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hunk_commit_re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ultimodal_bas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osed_vs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