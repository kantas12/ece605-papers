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OPENING — seat 1 = Kanta (YOU). Timing 11+3.</a:t>
            </a:r>
          </a:p>
          <a:p/>
          <a:p>
            <a:r>
              <a:t>You own the intellectual history and the control-stack through-line.</a:t>
            </a:r>
          </a:p>
          <a:p/>
          <a:p>
            <a:r>
              <a:t>ONE SENTENCE for the room:</a:t>
            </a:r>
          </a:p>
          <a:p>
            <a:r>
              <a:t>Diffusion Policy locked the generative chunk–commit–replan contract that 2026 VLAs still live inside — even after DDPM became flow and replan became soft-inpaint.</a:t>
            </a:r>
          </a:p>
          <a:p/>
          <a:p>
            <a:r>
              <a:t>Do NOT claim BEHAVIOR trains DP itself.</a:t>
            </a:r>
          </a:p>
          <a:p>
            <a:r>
              <a:t>Do NOT claim DP invented ACT chunking (parallel).</a:t>
            </a:r>
          </a:p>
          <a:p>
            <a:r>
              <a:t>Do NOT call DP a classical planner / Diffuser-style full-trajectory planner.</a:t>
            </a:r>
          </a:p>
          <a:p/>
          <a:p>
            <a:r>
              <a:t>Spine you will repeat: Tₒ≈2, Tₚ≈16, Tₐ≈8; DDIM 100→10–16.</a:t>
            </a:r>
          </a:p>
          <a:p>
            <a:r>
              <a:t>Club line: DP → ACT → π₀ flow → RTC → BEHAVIOR (30/26/4).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ARC (one-slide narrative) — deliver this early so the room knows where you are going.</a:t>
            </a:r>
          </a:p>
          <a:p/>
          <a:p>
            <a:r>
              <a:t>1) Multimodal BC hacks: GMM, BET, IBC — fragile or slow.</a:t>
            </a:r>
          </a:p>
          <a:p>
            <a:r>
              <a:t>2) DP LOCKS generative continuous chunks + closed-loop replan.</a:t>
            </a:r>
          </a:p>
          <a:p>
            <a:r>
              <a:t>3) VLAs swap flow matching for DDPM (π₀ cites Chi’23) but keep the habit.</a:t>
            </a:r>
          </a:p>
          <a:p>
            <a:r>
              <a:t>4) RTC / BEHAVIOR: soft-inpaint + correlated noise — latency-aware upgrade of the same contract.</a:t>
            </a:r>
          </a:p>
          <a:p/>
          <a:p>
            <a:r>
              <a:t>HONEST READING (say aloud):</a:t>
            </a:r>
          </a:p>
          <a:p>
            <a:r>
              <a:t>“The habit of the control loop persisted. The denoiser changed.”</a:t>
            </a:r>
          </a:p>
          <a:p/>
          <a:p>
            <a:r>
              <a:t>Flag: BEHAVIOR winners train flow on Pi0.5 — they do NOT train Diffusion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 TABLE — densest slide. Do NOT read every row. Speak the FOILS.</a:t>
            </a:r>
          </a:p>
          <a:p/>
          <a:p>
            <a:r>
              <a:t>Must-hit foils:</a:t>
            </a:r>
          </a:p>
          <a:p>
            <a:r>
              <a:t>• Diffuser (Janner’22): trajectory diffusion of states+actions. DP = actions-only, O-conditioned, receding replan. FOIL for “is this a planner?”</a:t>
            </a:r>
          </a:p>
          <a:p>
            <a:r>
              <a:t>• IBC (Florence’21): multimodal motivation; InfoNCE instability is why score matching wins.</a:t>
            </a:r>
          </a:p>
          <a:p/>
          <a:p>
            <a:r>
              <a:t>Must-hit ancestry:</a:t>
            </a:r>
          </a:p>
          <a:p>
            <a:r>
              <a:t>• DDPM / score / Langevin — generative backbone</a:t>
            </a:r>
          </a:p>
          <a:p>
            <a:r>
              <a:t>• DDIM / iDDPM — real-time sampling</a:t>
            </a:r>
          </a:p>
          <a:p>
            <a:r>
              <a:t>• Mayne RHC’88 — classical receding-horizon ancestry of Tₐ commit</a:t>
            </a:r>
          </a:p>
          <a:p>
            <a:r>
              <a:t>• BC-RNN / Robomimic / BET — explicit multimodal BC baselines DP beats</a:t>
            </a:r>
          </a:p>
          <a:p>
            <a:r>
              <a:t>• FiLM / minGPT — conditioning + Transformer pieces</a:t>
            </a:r>
          </a:p>
          <a:p>
            <a:r>
              <a:t>• Relay Kitchen — long-horizon multitask benchmark</a:t>
            </a:r>
          </a:p>
          <a:p/>
          <a:p>
            <a:r>
              <a:t>Say: “Priors are generative + control + multimodal BC. The novelty is the contract, not inventing diffusion.”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DIFFUSER FOIL — spend 45–60s. This is the #1 misconception to kill.</a:t>
            </a:r>
          </a:p>
          <a:p/>
          <a:p>
            <a:r>
              <a:t>Diffuser / Planning-with-Diffusion:</a:t>
            </a:r>
          </a:p>
          <a:p>
            <a:r>
              <a:t>  diffuse joint (s,a) over long horizon; often open-loop; explicit dynamics/cost/goals.</a:t>
            </a:r>
          </a:p>
          <a:p/>
          <a:p>
            <a:r>
              <a:t>Diffusion Policy:</a:t>
            </a:r>
          </a:p>
          <a:p>
            <a:r>
              <a:t>  diffuse actions ONLY; condition on Oₜ; execute Tₐ &lt; Tₚ then replan; implicit dynamics inside denoiser (§4.5).</a:t>
            </a:r>
          </a:p>
          <a:p/>
          <a:p>
            <a:r>
              <a:t>§4.5 one-liner: linear plant + linear demo → optimal denoiser recovers feedback; multipstep Tₚ&gt;1 means the learner must implicitly learn task dynamics. That is controller synthesis via BC — NOT shoot-through planning.</a:t>
            </a:r>
          </a:p>
          <a:p/>
          <a:p>
            <a:r>
              <a:t>If someone asks “isn’t this just Diffuser for robots?” → point at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CONTEMPORARIES — parallel track honesty.</a:t>
            </a:r>
          </a:p>
          <a:p/>
          <a:p>
            <a:r>
              <a:t>ACT (Zhao / ALOHA): CVAE+Transformer chunks + temporal ensembling. Parallel invention of chunking — do NOT say DP invented ACT or vice versa.</a:t>
            </a:r>
          </a:p>
          <a:p/>
          <a:p>
            <a:r>
              <a:t>Pearce / Reuss / IDQL: concurrent diffusion policies (sim/RL/goal). Complementary.</a:t>
            </a:r>
          </a:p>
          <a:p/>
          <a:p>
            <a:r>
              <a:t>DP differentiator for our club: visuomotor real-robot + receding-horizon + FiLM/Transformer + 15-task breadth that became the cite for continuous VLA action heads.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2 — the canonical diagram. Point at Tₒ / Tₚ / Tₐ.</a:t>
            </a:r>
          </a:p>
          <a:p/>
          <a:p>
            <a:r>
              <a:t>Left: observe history → denoise noise to action sequence → execute only Tₐ.</a:t>
            </a:r>
          </a:p>
          <a:p>
            <a:r>
              <a:t>Right: CNN+FiLM vs Transformer+causal cross-attn.</a:t>
            </a:r>
          </a:p>
          <a:p/>
          <a:p>
            <a:r>
              <a:t>Defaults to memorise: Tₒ≈2, Tₚ≈16 (CNN), Tₐ≈8 (sometimes 6 on real Push-T).</a:t>
            </a:r>
          </a:p>
          <a:p>
            <a:r>
              <a:t>Train 100 diffusion steps; real uses DDIM 10–16.</a:t>
            </a:r>
          </a:p>
          <a:p/>
          <a:p>
            <a:r>
              <a:t>This figure IS the motion/control contract. Everything after 2023 is a dialect of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CHUNK–COMMIT–REPLAN diagram (our redraw of the spine).</a:t>
            </a:r>
          </a:p>
          <a:p/>
          <a:p>
            <a:r>
              <a:t>OBSERVE (Tₒ) → PREDICT (Tₚ) → COMMIT (Tₐ) → REPLAN.</a:t>
            </a:r>
          </a:p>
          <a:p/>
          <a:p>
            <a:r>
              <a:t>Callouts:</a:t>
            </a:r>
          </a:p>
          <a:p>
            <a:r>
              <a:t>• Tₐ=1 → mode flicker / idle trap</a:t>
            </a:r>
          </a:p>
          <a:p>
            <a:r>
              <a:t>• Tₐ≈8 → sweet spot (~0.8s commit @ 10 Hz)</a:t>
            </a:r>
          </a:p>
          <a:p>
            <a:r>
              <a:t>• Tₐ≈Tₚ → open-loop / sluggish</a:t>
            </a:r>
          </a:p>
          <a:p/>
          <a:p>
            <a:r>
              <a:t>Warm-start optional (MPC-like shift of previous chunk suffix).</a:t>
            </a:r>
          </a:p>
          <a:p/>
          <a:p>
            <a:r>
              <a:t>Emphasize: this is the control module, not a foundation VLM.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MULTIMODAL BASINS — Fig 3 story without needing the page crop as primary.</a:t>
            </a:r>
          </a:p>
          <a:p/>
          <a:p>
            <a:r>
              <a:t>Langevin / stochastic init lands in LEFT or RIGHT basin (Push-T); DP commits for the whole chunk.</a:t>
            </a:r>
          </a:p>
          <a:p>
            <a:r>
              <a:t>BET/BC-RNN flicker modes mid-horizon (independent per-step).</a:t>
            </a:r>
          </a:p>
          <a:p/>
          <a:p>
            <a:r>
              <a:t>Also: Kitchen object order, BlockPush stage order, mug grasp-vs-push.</a:t>
            </a:r>
          </a:p>
          <a:p/>
          <a:p>
            <a:r>
              <a:t>Why score matching beat IBC: multimodal capacity WITHOUT negative-sample / Z instability.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3 crop — visual evidence for basin commit. Glance 20s if time; otherwise skip to timeline.</a:t>
            </a:r>
          </a:p>
          <a:p/>
          <a:p>
            <a:r>
              <a:t>Left/right approaches both valid; DP picks one and stays; baselines chatter.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SUBSEQUENT TIMELINE — CLEAR citations only. This is your payoff slide.</a:t>
            </a:r>
          </a:p>
          <a:p/>
          <a:p>
            <a:r>
              <a:t>2023 DP: DDPM chunks + Tₚ/Tₐ replan</a:t>
            </a:r>
          </a:p>
          <a:p>
            <a:r>
              <a:t>2023 ACT: parallel CVAE chunks</a:t>
            </a:r>
          </a:p>
          <a:p>
            <a:r>
              <a:t>2024 π₀ (2410.24164): cites Chi’23; DDPM→flow on PaliGemma; ~50 Hz chunks</a:t>
            </a:r>
          </a:p>
          <a:p>
            <a:r>
              <a:t>2025 π₀.₅ / OpenPI: same chunked generative habit</a:t>
            </a:r>
          </a:p>
          <a:p>
            <a:r>
              <a:t>2025 RTC (2506.07339): soft-inpaint async chunks; freeze delay-safe prefix; no retrain</a:t>
            </a:r>
          </a:p>
          <a:p>
            <a:r>
              <a:t>2025 BEHAVIOR 1st (2512.06951): Pi0.5 + correlated noise; predict 30 / exec 26 / inpaint 4; q~0.26</a:t>
            </a:r>
          </a:p>
          <a:p>
            <a:r>
              <a:t>Comet (2512.10071): parallel RH / horizon ablations in challenge solutions</a:t>
            </a:r>
          </a:p>
          <a:p/>
          <a:p>
            <a:r>
              <a:t>SAY CLEARLY: BEHAVIOR does NOT train DP. Flow on Pi0.5 + control-loop upgrades.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CLUB LINE — the sentence people should leave with.</a:t>
            </a:r>
          </a:p>
          <a:p/>
          <a:p>
            <a:r>
              <a:t>DP chunk+replan → ACT → π₀ flow chunks → RTC soft-inpaint → BEHAVIOR (exec26/inpaint4).</a:t>
            </a:r>
          </a:p>
          <a:p/>
          <a:p>
            <a:r>
              <a:t>STAYED: generative continuous chunks; execute-prefix/replan; overlap consistency need.</a:t>
            </a:r>
          </a:p>
          <a:p>
            <a:r>
              <a:t>MOVED: DDPM→flow; sync→async soft-inpaint; implicit correlation→explicit Σ.</a:t>
            </a:r>
          </a:p>
          <a:p/>
          <a:p>
            <a:r>
              <a:t>If Empiricist later talks Tₐ grids — this is why those knobs still matter in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CLOSE slide before Q&amp;A — restate talk-arc honesty.</a:t>
            </a:r>
          </a:p>
          <a:p/>
          <a:p>
            <a:r>
              <a:t>“Habit of control loop persisted; denoiser changed.”</a:t>
            </a:r>
          </a:p>
          <a:p/>
          <a:p>
            <a:r>
              <a:t>Optional Fig 4–5 glance: position synergy + Tₐ sweet spot + latency robustness — those ablations are why the control knobs survived into VLAs.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PROMPTS (seat 1):</a:t>
            </a:r>
          </a:p>
          <a:p>
            <a:r>
              <a:t>• “Is DP a planner?” → Diffuser foil slide; actions-only + receding.</a:t>
            </a:r>
          </a:p>
          <a:p>
            <a:r>
              <a:t>• “Did BEHAVIOR use DP?” → No; flow on Pi0.5; inherited the control habit.</a:t>
            </a:r>
          </a:p>
          <a:p>
            <a:r>
              <a:t>• “What about ACT?” → Parallel chunking; different generative model.</a:t>
            </a:r>
          </a:p>
          <a:p>
            <a:r>
              <a:t>• “What should we cite DP for in 2026?” → Continuous action diffusion/flow + chunk–commit–replan control module — not foundation VLM.</a:t>
            </a:r>
          </a:p>
          <a:p/>
          <a:p>
            <a:r>
              <a:t>Leave on: Habit persisted · denoiser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SPARE / BACKUP — paper cover if someone wants bibliographic slide.</a:t>
            </a:r>
          </a:p>
          <a:p>
            <a:r>
              <a:t>Chi*, Xu* et al. Columbia / TRI / MIT / Stanford. RSS 2023 + IJRR extended. diffusion-policy.cs.columbia.edu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lk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rior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iffuser_fo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ontempora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hunk_commit_re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multimodal_bas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ubsequen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lub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