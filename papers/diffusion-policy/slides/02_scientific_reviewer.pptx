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seat 5 · 8+3. Short talk. Strengths then actionable hygiene. Verdict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(60–90s).</a:t>
            </a:r>
          </a:p>
          <a:p>
            <a:r>
              <a:t>Clear problem→method. 15-task sim+real+bimanual. Ablations that matter (Tₐ, latency, pos/vel). Honest IBC instability.</a:t>
            </a:r>
          </a:p>
          <a:p>
            <a:r>
              <a:t>This is still a strong RSS/IJRR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ACTIONABLE CITE HYGIENE — THE talk figure for this seat.</a:t>
            </a:r>
          </a:p>
          <a:p/>
          <a:p>
            <a:r>
              <a:t>1 Shared action interface (DP@pos vs baselines@vel confound)</a:t>
            </a:r>
          </a:p>
          <a:p>
            <a:r>
              <a:t>2 Absolute + hard-task aggregates — not only +46.9%</a:t>
            </a:r>
          </a:p>
          <a:p>
            <a:r>
              <a:t>3 Robomimic 22-init bug lore (equalized; abs ≠ external 50-init)</a:t>
            </a:r>
          </a:p>
          <a:p>
            <a:r>
              <a:t>4 Mark as control-module paper, not foundation VLM</a:t>
            </a:r>
          </a:p>
          <a:p>
            <a:r>
              <a:t>5 Seed-level last-10 tables (selection bias on max-ckpt)</a:t>
            </a:r>
          </a:p>
          <a:p>
            <a:r>
              <a:t>6 Verdict: still the right cite for continuous action diffusion/flow + chunks</a:t>
            </a:r>
          </a:p>
          <a:p/>
          <a:p>
            <a:r>
              <a:t>Spend most of your 8 minutes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Pos/vel confound visual — reinforces hygiene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Diffuser foil — also a cite-hygiene issue: don’t mis-cite DP as a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tables — when you say “report absolute,” gesture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 4–5 — ablations that matter; also where latency/Tₐ claims live for fair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Strong contribution; right citation for continuous action diffusion/flow + chunk control.</a:t>
            </a:r>
          </a:p>
          <a:p>
            <a:r>
              <a:t>Demand hygiene when others (or we) reuse +46.9%.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hygi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s_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iffuser_f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