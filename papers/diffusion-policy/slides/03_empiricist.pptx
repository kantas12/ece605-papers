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— seat 4 · 11+3.</a:t>
            </a:r>
          </a:p>
          <a:p>
            <a:r>
              <a:t>You own the control-stack knobs: Tₐ, DDIM, pos/vel, closed vs open.</a:t>
            </a:r>
          </a:p>
          <a:p>
            <a:r>
              <a:t>Quiet scout ≤~50 GPU-h; Push-T state first. Outlines in env_outline/ — no cluster jobs in quiet mode.</a:t>
            </a:r>
          </a:p>
          <a:p>
            <a:r>
              <a:t>Pass bar: qualitative paper trends, NOT +46.9%.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HYPOTHESES.</a:t>
            </a:r>
          </a:p>
          <a:p>
            <a:r>
              <a:t>H-horizon: Tₐ≈8 sweet spot.</a:t>
            </a:r>
          </a:p>
          <a:p>
            <a:r>
              <a:t>H-DDIM: knee ~10–16.</a:t>
            </a:r>
          </a:p>
          <a:p>
            <a:r>
              <a:t>H-pos: position &gt; velocity for DP.</a:t>
            </a:r>
          </a:p>
          <a:p>
            <a:r>
              <a:t>H-loop: open-loop long chunks fail under obs shift (= VLA failure mode).</a:t>
            </a:r>
          </a:p>
          <a:p>
            <a:r>
              <a:t>Priority: P0 horizon+loop · P1 DDIM+pos/vel · P2 CNN/T / warm-start · defer vision/Transport/full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Tₐ GRID — THE Empiricist figure.</a:t>
            </a:r>
          </a:p>
          <a:p>
            <a:r>
              <a:t>Sweep {1,2,4,8,16}; fix Tₒ=2; Tₚ=max(16,Tₐ).</a:t>
            </a:r>
          </a:p>
          <a:p>
            <a:r>
              <a:t>Expect peak near 8; flicker at 1; sluggish at 16.</a:t>
            </a:r>
          </a:p>
          <a:p>
            <a:r>
              <a:t>Push-T state CNN, 1 seed, 500–1500 ep, ~4–12 GPU-h.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Chunk–commit–replan — map Tₐ to control bandwidth.</a:t>
            </a:r>
          </a:p>
          <a:p>
            <a:r>
              <a:t>Closed-loop rate ≈ 1/(Tₐ Δt); Δt=0.1s → Tₐ=8 ≈ replan every 0.8s.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CLOSED VS OPEN — P0 paired experiment.</a:t>
            </a:r>
          </a:p>
          <a:p>
            <a:r>
              <a:t>Set Tₐ=Tₚ, disable mid-episode replan; inject delay 0–4 steps.</a:t>
            </a:r>
          </a:p>
          <a:p>
            <a:r>
              <a:t>Expect gap at delay ≥2. Same failure mode as long VLA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DDIM CURVE — P1 infer-only, &lt;1 GPU-h.</a:t>
            </a:r>
          </a:p>
          <a:p>
            <a:r>
              <a:t>Train 100; sweep infer {4,8,10,16,32,100}.</a:t>
            </a:r>
          </a:p>
          <a:p>
            <a:r>
              <a:t>Quality saturates ~10–16; latency ~0.1s on 3080.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H-pos — shared action alphabet for fairness (Reviewer will thank you).</a:t>
            </a:r>
          </a:p>
          <a:p>
            <a:r>
              <a:t>Lift/Square PH state; expect DP position Δ&gt;0.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4–5 — ground truth shapes you are trying to reproduce qualitatively.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— be honest.</a:t>
            </a:r>
          </a:p>
          <a:p>
            <a:r>
              <a:t>Scout ≤50h. Push-T state 4–12h. Do NOT start with full 15-task × 3 seed.</a:t>
            </a:r>
          </a:p>
          <a:p>
            <a:r>
              <a:t>env_outline/ has conda + Slurm sketches.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 2 — implementation checklist reminder: encode O once; FiLM/cross-attn; EMA/GroupNorm; actions in [-1,1].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Tₐ · DDIM · closed loop — scout first. Hand qualitative curves to Archaeologist for Sec 4.3/4.5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mpiricist_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hunk_commit_re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osed_vs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dim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s_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