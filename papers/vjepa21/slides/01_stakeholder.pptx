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Buy: temporal+planning arc; SSL+robots same PDF; NYU 0.307; open+distill. Decision: required WM; optional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six claims — tattoo every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buy reasons: arc, SSL+robots PDF, dense objection answered, open+distill, syllabus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PCA — visual buy for dense unlock.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numbers: 0.307 / 47.9 / 7.71 / 40.8 / 77.7 / 60→80% / ~10× / 5.687.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Meta-scale; Franka n=10; ADE trails DINOv3; VLA=SigLIP; VidQA mixed.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Market: win on WM/planning; don't force VLA tower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REQUIRED WM track; OPTIONAL VLA bake-offs.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CLEAR I-JEPA→V-JEPA→2→2.1→2-AC; use released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Franka — n=10 promising not SOTA.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30s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fran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