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Course smoke not VisionMix/ViT-G/Franka. Never claim 0.307/7.71/80%.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 recipe stack — L_ctx hurts globals; deep SS restores.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 λ — weighted+warmup 0.5 chosen; course λ∈{0,0.5,1}.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Fig.4 arch L_dense=L_predict+L_ctx; deep SS 4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contract Y=E1+E2; Partial=E3; N=VisionMix/ViT-G/Franka; GAP=temporal.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H-dense/tradeoff/deep/temporal(ext)/prior/transfer.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 honesty — paper ViT-G/Franka cite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 mask GAP — extension only, not paper ablation.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Success bar: trends OK; absolute paper % NOT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honesty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2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3_tab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4_tab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5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6_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7_h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8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09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0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m_13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