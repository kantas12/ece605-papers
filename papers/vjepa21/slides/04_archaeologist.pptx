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Weight 2 LONGEST Lukas. CLEAR vs TENTATIVE on every lineage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Arc: priors → inventum → figs → lineage → triangle → robotics deepen →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six claims — tattoo every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priors: AMI, I-JEPA, V-JEPA, 2/2-AC, BYOL/EMA, DINOv2/v3, Registers, LVD/NWM/DROID, data2vec/MAE/VideoMAE.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Inventum: diagnosis mask-only→weak dense; L_ctx; deep SS; multimodal; VisionMix; +20pp/10×; distill B/L.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PCA dense unlock visual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L_ctx causal evidence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architecture CLEAR inventum.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CLEAR I-JEPA→V-JEPA→2→★2.1★→2-AC.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Consistency triangle: SigLIP/DINO | MAE | JEPA-now-dense. π₀ rhyme not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recipe: L_ctx alone hurts globals / deep SS restores.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Robotics deepen: not new planner — state estimation quality makes longer CEM useful. Fig.8 T6.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Fig.9 nav ~10× Table 7 CLEAR with system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vs TENTATIVE discipline — hybrid JEPA+FM =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exam: dense-state upgrade; cite T6–7; hybrid proposal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3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4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5_inv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6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7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8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9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0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1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2_robo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3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4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5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6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