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Title. Accept-with-notes. Strengths vs weaknesses.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Shared spine.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Strengths: causal L_ctx; trade-offs; fair AC; NYU protocol; distill.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Fig.3 smoking-gun ablation visual.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Fig.5 stacked not factorial — demand isolate L_ctx/deep 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Weaknesses: n=10; +20% mixes horizons; ViT-g under; ADE≠SOTA; cool-down.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Nav 10× joint system claim — footnote.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Internal checklist before citing.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Verdict: ACCEPT landmark WITH NOTES.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Fig.8 robotics fairness — same planner configs.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Tattoo.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Exam bite critique paragraph.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v_01_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v_02_sp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v_03_strength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v_04_fi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v_05_fig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v_06_wea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v_07_na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v_08_checkl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v_09_verdi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v_10_frank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v_11_tatto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v_12_clo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v_13_ex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