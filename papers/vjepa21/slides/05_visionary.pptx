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Title. NO Discord/Drive. Hybrid JEPA+FM = proposal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BEHAVIOR winners = π₀.₅+FM+SigLIP; JEPA = parallel latent imagination.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Hybrid JEPA+FM = PROPOSAL ONLY — not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Fig.1 dense unlock → contact/depth for household.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Follow-ups: AC on OXE/BEHAVIOR; goal-image CEM; dense aux heads;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Apps: rearrange; latent nav; safety; sim-light WM; education; affordance. 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Anti-patterns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Triangle: SigLIP ship today | MAE ablation | JEPA WM parallel.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 tattoo: dense-state upgrade making latent planning spatially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Tattoo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four takeaways. NO Discord/Drive.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Fig.9 latent imagination visual — cite Table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2_sp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3_behav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4_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5_de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6_follow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7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8_an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09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0_oneli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1_tatto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2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_13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