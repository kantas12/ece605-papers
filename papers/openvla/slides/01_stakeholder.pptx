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STAKEHOLDER — 18+3. No redo later — this is the durable briefing.</a:t>
            </a:r>
          </a:p>
          <a:p/>
          <a:p>
            <a:r>
              <a:t>You own: buy/build. Open HF 7B + LoRA/int4 for teaching + ablation.</a:t>
            </a:r>
          </a:p>
          <a:p>
            <a:r>
              <a:t>2026: NOT BEHAVIOR entrant — ship π₀.₅/GR00T. Keep OpenVLA in harness as AR control.</a:t>
            </a:r>
          </a:p>
          <a:p/>
          <a:p>
            <a:r>
              <a:t>Open with taxonomy so leadership hears the action-family frame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TAXONOMY — leadership version of the club spine.</a:t>
            </a:r>
          </a:p>
          <a:p>
            <a:r>
              <a:t>OpenVLA = naïve discrete AR. Deploy winners = FM chunks (π₀.₅).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ONE-LINER — what the room remembers in one breath.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VALUE CARDS — open HF, LoRA 1×A100, int4 ~7 GB, lang FT, 2026 posture, ship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DECISION — USE for teaching/LoRA/AR control; DO NOT ship as BEHAVIOR primary.</a:t>
            </a:r>
          </a:p>
          <a:p>
            <a:r>
              <a:t>Risks: oversell WidowX SOTA; underestimate Hz gap; Bridge/RT-2-X comparison quirks.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TATTOOS — the numbers leadership asks for.</a:t>
            </a:r>
          </a:p>
          <a:p>
            <a:r>
              <a:t>70.6 WidowX · 85.0 Google · LoRA≈full · 76.5 LIBERO · int4 ~7 GB.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glance — enough method for non-specialists.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PEFT — why LoRA is the adoption unlock (cost story).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LADDER — what eng actually runs tomorrow (P0→P1).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 vs FM — why deploy budget stays on π₀.₅/GR00T.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CITE TABLE — what to put on roadmap slides / what not to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COVER / Fig.1 — existence proof: open weights+code+multi-robot.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Fig.3 WidowX — +16.5 pp narrative visual (with caveats deferred to Reviewer).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Fig.4 Google — 85.0% OOB.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Fig.6 Hz — the operational risk number (~6 Hz).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VISIONARY bridge — harness vs deploy without owning that seat.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— Open HF + LoRA stay. Ship π₀.₅/GR00T for BEHAVIOR.</a:t>
            </a:r>
          </a:p>
          <a:p>
            <a:r>
              <a:t>Teaching + ablation harness — not 2026 entrant.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— decision slide for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stak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1/18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taxon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2/18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oneli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3/18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takeholder_va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4/18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takeholder_dec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5/18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tatt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6/18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7/18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peft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8/18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lora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9/18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ar_vs_f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10/18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cite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11/18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12/18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13/18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14/18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15/18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visionary_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16/18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lose_stak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17/18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takeholder_dec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18/18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