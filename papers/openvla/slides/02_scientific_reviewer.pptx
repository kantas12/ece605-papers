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SCIENTIFIC REVIEWER — 8+3. Short talk.</a:t>
            </a:r>
          </a:p>
          <a:p>
            <a:r>
              <a:t>Strengths → weaknesses → verdict.</a:t>
            </a:r>
          </a:p>
          <a:p>
            <a:r>
              <a:t>Cite as open 7B VLA + PEFT/quant — NOT as 2026 substrate.</a:t>
            </a:r>
          </a:p>
          <a:p>
            <a:r>
              <a:t>Open with taxonomy so citation frame is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TAXONOMY — citation hygiene: OpenVLA is naïve discrete AR, not FM deploy.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STRENGTHS — open 7B+OXE; PEFT/quant; actionable ablations; honest limits; VLM→robot.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WEAKNESSES — AR local optimum; +16.5 not architecture-only; +20.4 conditional; thin LIBERO; crude bins/single RGB.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VERDICT MUST — Strong CoRL’24 open-science systems paper. Cite PEFT/open VLA. Do NOT cite as 2026 substrate.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CITE TABLE — concrete for/against list for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Fig.3 evidence — directional systems win; note App C quirks if challenged.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Fig.5 — when discussing vs DP, insist on lang vs dexterity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LIBERO thin margins — rank &gt; raw SR; do not oversell.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Cite open 7B + PEFT/quant; caveats RT-2-X quirks / DP dexterity / thin LIBERO.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viewer_streng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viewer_weakne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viewer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it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lib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Scientific Reviewer  ·  8+3  ·  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