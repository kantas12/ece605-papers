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ARCHAEOLOGIST — 11+3 · seat 5.</a:t>
            </a:r>
          </a:p>
          <a:p>
            <a:r>
              <a:t>You own genealogy and peer-era framing.</a:t>
            </a:r>
          </a:p>
          <a:p>
            <a:r>
              <a:t>RT-2-style discrete AR → OpenVLA (open) ∥ Octo (diffusion) → π₀ (FM) → FAST → π₀.₅/OpenPI/BEHAVIOR.</a:t>
            </a:r>
          </a:p>
          <a:p>
            <a:r>
              <a:t>Never collapse OpenVLA into “the” 2026 VLA.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TAXONOMY — action-family is the Archaeologist’s primary sorting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GENEALOGY MUST — spend 90–120s.</a:t>
            </a:r>
          </a:p>
          <a:p>
            <a:r>
              <a:t>RT-2 → OpenVLA ∥ Octo → π₀ → FAST → π₀.₅/OpenPI/BEHAVIOR.</a:t>
            </a:r>
          </a:p>
          <a:p>
            <a:r>
              <a:t>Same OXE water · different action families. FAST = AR upgrade path, not FM retirement.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PRIORS — RT-1/2, Prismatic, Llama-2, SigLIP+DINOv2, OXE, Octo peer, DP foil, LoRA.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ONE-LINER — compressed historical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as historical artifact — naïve bins + vocab overwrite + no chunking.</a:t>
            </a:r>
          </a:p>
          <a:p>
            <a:r>
              <a:t>Situate why FAST later diagnoses this exact failure mode.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 vs FM — situates OpenVLA historically against continuous chunk winners.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Fig.2 architecture page — bibliographic visual of the Prismatic lock-in.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Fig.1 system card — open data/weights/code as the open-science pivot vs closed RT-2-X.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Fig.3 — peer-era OOB vs RT-2-X / Octo on Bridge.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FORWARD TO BEHAVIOR — where this node sits relative to ’25–’26 deploy.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DURABLE GIFTS — what the lineage keeps even after the bin head is retired.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— Genealogy: RT-2-style AR → OpenVLA ∥ Octo → π₀ → FAST → π₀.₅/OpenPI/BEHAVIOR.</a:t>
            </a:r>
          </a:p>
          <a:p>
            <a:r>
              <a:t>Peer-era twin of Octo · ancestor contrast to FM deploy.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genealogy.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archaeolog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taxon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genea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pri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oneli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ar_vs_f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visionary_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visionary_dur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lose_archaeolog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genea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