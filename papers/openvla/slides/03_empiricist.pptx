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OPENING — seat 1 = Kanta (YOU). Timing 11+3. DENSEST DECK. BUILD FIRST.</a:t>
            </a:r>
          </a:p>
          <a:p/>
          <a:p>
            <a:r>
              <a:t>You own: LoRA ladder, tattoos, AR vs DP/FM, P0–P2 priority, GPU honesty.</a:t>
            </a:r>
          </a:p>
          <a:p/>
          <a:p>
            <a:r>
              <a:t>ONE SENTENCE:</a:t>
            </a:r>
          </a:p>
          <a:p>
            <a:r>
              <a:t>OpenVLA is the open discrete-AR VLA baseline — reproduce LoRA/LIBERO morals, then contrast AR bins vs DP/FM chunks; do not claim 2026 BEHAVIOR SOTA.</a:t>
            </a:r>
          </a:p>
          <a:p/>
          <a:p>
            <a:r>
              <a:t>MUST OPEN WITH TAXONOMY:</a:t>
            </a:r>
          </a:p>
          <a:p>
            <a:r>
              <a:t>| Naïve discrete AR bins | OpenVLA / RT-2 | Lang @ ~5–6 Hz; weak high-Hz |</a:t>
            </a:r>
          </a:p>
          <a:p>
            <a:r>
              <a:t>| DDPM chunks | Octo / DP | Smoother narrow skills |</a:t>
            </a:r>
          </a:p>
          <a:p>
            <a:r>
              <a:t>| FM chunks | π₀ / π₀.₅ | 2025–26 deploy winners |</a:t>
            </a:r>
          </a:p>
          <a:p>
            <a:r>
              <a:t>| Compressed discrete AR | FAST / OpenVLA+FAST / π₀-FAST | AR recovers high-Hz |</a:t>
            </a:r>
          </a:p>
          <a:p/>
          <a:p>
            <a:r>
              <a:t>GitHub title cue: [ECE 605] - OpenVLA Making Empiricist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CLUB SPINE. Say aloud first 60–90s. Every seat needs this frame.</a:t>
            </a:r>
          </a:p>
          <a:p/>
          <a:p>
            <a:r>
              <a:t>No-chunk AR ≈ 5–6 Hz. Historical open AR baseline.</a:t>
            </a:r>
          </a:p>
          <a:p>
            <a:r>
              <a:t>BEHAVIOR deploy = π₀.₅ / OpenPI / GR00T — not vanilla OpenVLA bins.</a:t>
            </a:r>
          </a:p>
          <a:p/>
          <a:p>
            <a:r>
              <a:t>Spend time on Family / Model / Signature columns. Hand FM deploy to Visionary; hand genealogy to Archaeologist.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BOARD — memorize and say early.</a:t>
            </a:r>
          </a:p>
          <a:p/>
          <a:p>
            <a:r>
              <a:t>WidowX 70.6% vs RT-2-X 50.6 / Octo 20</a:t>
            </a:r>
          </a:p>
          <a:p>
            <a:r>
              <a:t>Google 85.0%</a:t>
            </a:r>
          </a:p>
          <a:p>
            <a:r>
              <a:t>LoRA 68.2 ≈ full 69.7</a:t>
            </a:r>
          </a:p>
          <a:p>
            <a:r>
              <a:t>LIBERO FT 76.5</a:t>
            </a:r>
          </a:p>
          <a:p>
            <a:r>
              <a:t>int4 71.9% @ ~7 GB</a:t>
            </a:r>
          </a:p>
          <a:p/>
          <a:p>
            <a:r>
              <a:t>Do NOT claim +16.5 pp RT-2-X or Bridge parity from Partial LIBERO smoke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DINOv2∥SigLIP → MLP → Llama-2 7B → 7×256 bins.</a:t>
            </a:r>
          </a:p>
          <a:p/>
          <a:p>
            <a:r>
              <a:t>Knobs: 224², vision UNFROZEN, CE on action tokens only, no chunk/wrist/proprio/history.</a:t>
            </a:r>
          </a:p>
          <a:p>
            <a:r>
              <a:t>Prompt: “What should the robot do to {task}? A:”</a:t>
            </a:r>
          </a:p>
          <a:p>
            <a:r>
              <a:t>Train ~21.5k A100-h — Defer re-pretrain; use released HF ckpt.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REPRODUCTION LADDER — your build order.</a:t>
            </a:r>
          </a:p>
          <a:p/>
          <a:p>
            <a:r>
              <a:t>1 HF smoke bf16 (~15–17 GB)</a:t>
            </a:r>
          </a:p>
          <a:p>
            <a:r>
              <a:t>2 int4/int8 serve (~7 GB)</a:t>
            </a:r>
          </a:p>
          <a:p>
            <a:r>
              <a:t>3 LoRA r=32 LIBERO-Spatial scout</a:t>
            </a:r>
          </a:p>
          <a:p>
            <a:r>
              <a:t>4 DP-matched side-by-side (Object vs Goal/Spatial)</a:t>
            </a:r>
          </a:p>
          <a:p>
            <a:r>
              <a:t>5 Optional FAST+ before any high-Hz claim</a:t>
            </a:r>
          </a:p>
          <a:p/>
          <a:p>
            <a:r>
              <a:t>Scout success = working ckpt + LoRA direction + honest Hz/VRAM — NOT Bridge 170 parity.</a:t>
            </a:r>
          </a:p>
          <a:p>
            <a:r>
              <a:t>Env: /workspace/openvla-quiet/env_outline/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TABLE — P0 Y / P0 Partial / P1 / P2 / Defer.</a:t>
            </a:r>
          </a:p>
          <a:p/>
          <a:p>
            <a:r>
              <a:t>P0: HF dry infer; int4/int8; LIBERO-Spatial LoRA r=32</a:t>
            </a:r>
          </a:p>
          <a:p>
            <a:r>
              <a:t>P1: LoRA r sweep; full FT vs LoRA; vision FT; AR vs DP; OpenVLA vs π₀ vs Octo @ matched commit_s</a:t>
            </a:r>
          </a:p>
          <a:p>
            <a:r>
              <a:t>P2: no-op filter; FAST vs 256 bins</a:t>
            </a:r>
          </a:p>
          <a:p>
            <a:r>
              <a:t>Defer: 21.5k A100-h OpenX; multi-robot real suites</a:t>
            </a:r>
          </a:p>
          <a:p/>
          <a:p>
            <a:r>
              <a:t>Quiet budget ≲40–80 GPU-h.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— what you are testing / falsifying.</a:t>
            </a:r>
          </a:p>
          <a:p/>
          <a:p>
            <a:r>
              <a:t>H-lora: LoRA r=32 ≈ full FT within ~2 pp</a:t>
            </a:r>
          </a:p>
          <a:p>
            <a:r>
              <a:t>H-ar-lang: AR wins multi-object lang; DP/FM win precision/smooth Hz</a:t>
            </a:r>
          </a:p>
          <a:p>
            <a:r>
              <a:t>H-vision: unfreeze helps</a:t>
            </a:r>
          </a:p>
          <a:p>
            <a:r>
              <a:t>H-quant: int4 ≈ bf16; int8 fails via latency</a:t>
            </a:r>
          </a:p>
          <a:p>
            <a:r>
              <a:t>H-hz: ~6 Hz is a control bottleneck</a:t>
            </a:r>
          </a:p>
          <a:p>
            <a:r>
              <a:t>H-hygiene: no-op filter necessary</a:t>
            </a:r>
          </a:p>
          <a:p/>
          <a:p>
            <a:r>
              <a:t>Falsifiers in DELIVERABLE §3. Log (ckpt, prec, lora_r, suite, steps, Hz, VRAM).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vs DP/FM CONTRAST — densest control slide.</a:t>
            </a:r>
          </a:p>
          <a:p/>
          <a:p>
            <a:r>
              <a:t>OpenVLA: single-step 7 AR tokens × 7B @ ~6 Hz</a:t>
            </a:r>
          </a:p>
          <a:p>
            <a:r>
              <a:t>DP/Octo: denoise chunks, smoother narrow skills</a:t>
            </a:r>
          </a:p>
          <a:p>
            <a:r>
              <a:t>π₀ family: FM chunks @ ~30 Hz — 2025–26 default serve</a:t>
            </a:r>
          </a:p>
          <a:p/>
          <a:p>
            <a:r>
              <a:t>Operator cheat-sheet:</a:t>
            </a:r>
          </a:p>
          <a:p>
            <a:r>
              <a:t>• Need open VLM lang FT quickly → OpenVLA LoRA</a:t>
            </a:r>
          </a:p>
          <a:p>
            <a:r>
              <a:t>• Need smooth high-Hz / contact-rich → DP or FM</a:t>
            </a:r>
          </a:p>
          <a:p>
            <a:r>
              <a:t>• 2026 BEHAVIOR-like → π₀.₅ / OpenPI; AR/FAST as train 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PEFT TABLE — Table 1 moral.</a:t>
            </a:r>
          </a:p>
          <a:p/>
          <a:p>
            <a:r>
              <a:t>LoRA r=32: 68.2 ± 7.5% ≈ full 69.7 ± 7.2% at 97.6M (1.4%) / 59.7 GB</a:t>
            </a:r>
          </a:p>
          <a:p>
            <a:r>
              <a:t>Frozen vision 47% — unfreeze is load-bearing</a:t>
            </a:r>
          </a:p>
          <a:p>
            <a:r>
              <a:t>Default r=32; 10–15 h on 1×A100; ~8× compute cut vs full 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LIBERO Table 12 — OpenVLA LoRA avg 76.5 / rank 1.5.</a:t>
            </a:r>
          </a:p>
          <a:p/>
          <a:p>
            <a:r>
              <a:t>Spatial OpenVLA 84.7 · Object DP 92.5 · Goal Octo 84.6 · Long OpenVLA 53.7</a:t>
            </a:r>
          </a:p>
          <a:p>
            <a:r>
              <a:t>Thin margins — rank story &gt; raw SR. Hygiene critical (no-ops!).</a:t>
            </a:r>
          </a:p>
          <a:p>
            <a:r>
              <a:t>Label Partial if you cannot afford 500×3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— honesty rules.</a:t>
            </a:r>
          </a:p>
          <a:p/>
          <a:p>
            <a:r>
              <a:t>Infer bf16 15–18 GB Y · int4 7–10 GB Y · LoRA scout Partial · OpenX Defer N</a:t>
            </a:r>
          </a:p>
          <a:p>
            <a:r>
              <a:t>Exit nonzero if CUDA claimed but unavailable. Never call CPU-only a GPU OpenVLA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FIG.3 — WidowX Bridge bars. Point at OpenVLA 70.6 vs RT-2-X 50.6 / Octo 20.</a:t>
            </a:r>
          </a:p>
          <a:p>
            <a:r>
              <a:t>Bibliographic visual; 30–45s. Empiricist owns the numbers, not just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FIG.5 — Franka FT. Pattern: DP wins narrow single-instruction; OpenVLA wins multi-instruction language.</a:t>
            </a:r>
          </a:p>
          <a:p>
            <a:r>
              <a:t>Abstract +20.4% vs DP is the lang/multi-task claim — say the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FIG.6 — Hz vs GPU. ~6 Hz bf16 on 4090 is the control-stack tattoo.</a:t>
            </a:r>
          </a:p>
          <a:p>
            <a:r>
              <a:t>Connect to H-hz and why FAST/chunks come before high-Hz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P0 smoke + LoRA ladder + AR vs FM honesty is the bar.</a:t>
            </a:r>
          </a:p>
          <a:p>
            <a:r>
              <a:t>H: LoRA≈full ~2 pp · AR wins multi-object lang · DP/FM win precision/Hz.</a:t>
            </a:r>
          </a:p>
          <a:p>
            <a:r>
              <a:t>Hand genealogy to Archaeologist; hand deploy bet to Visionary.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taxonomy again if room challenges action-family framing mid-Q&amp;A.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ora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_vs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f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b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