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— 11+3.</a:t>
            </a:r>
          </a:p>
          <a:p>
            <a:r>
              <a:t>Harness vs deploy split. Keep OpenVLA as bin-AR control; ship π₀.₅/GR00T.</a:t>
            </a:r>
          </a:p>
          <a:p>
            <a:r>
              <a:t>Steal LoRA recipe. If AR continues → FAST/chunks before high-Hz claims.</a:t>
            </a:r>
          </a:p>
          <a:p>
            <a:r>
              <a:t>SKIP Discord/Drive entirely.</a:t>
            </a:r>
          </a:p>
          <a:p>
            <a:r>
              <a:t>Open with taxonomy so strategy never confuses AR baseline with deploy SOTA.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TAXONOMY — strategy foundation. FM chunks = deploy winners; OpenVLA = AR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HARNESS vs DEPLOY MUST — keep morals/LoRA/AR control; ship π₀.₅/OpenPI/GR00T.</a:t>
            </a:r>
          </a:p>
          <a:p>
            <a:r>
              <a:t>Bets 1–4 on the slide. No Discord/Drive.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DURABLE GIFTS — open VLM→VLA, fused vision, PEFT/quant, authors’ chunking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GENEALOGY — so Oct proposals don’t mislabel the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 vs FM — why deploy stays continuous chunks (+ optional FAST aux).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 — strategy sentence for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DECISION — align Visionary with durable buy/build.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 TABLE — what 2026 proposals should/shouldn’t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LADDER — what Visionary asks Empiricist to measure for ’26 transfer</a:t>
            </a:r>
          </a:p>
          <a:p>
            <a:r>
              <a:t>(LoRA morals, AR vs FM, optional FAST+).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Fig.6 Hz — the operational reason pure OpenVLA AR is not the ’26 controller.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 — open release norms Visionary wants to keep even after swapping the 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Harness: OpenVLA bin-AR control. Deploy: π₀.₅/GR00T.</a:t>
            </a:r>
          </a:p>
          <a:p>
            <a:r>
              <a:t>Steal LoRA · FAST/chunks before high-Hz · no Discord/Drive.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harness vs deploy.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dur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ene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r_vs_f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nel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it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ora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